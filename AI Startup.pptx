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10" d="100"/>
          <a:sy n="110"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DB6FDF-E486-4349-94AE-A9767925D507}" type="doc">
      <dgm:prSet loTypeId="urn:microsoft.com/office/officeart/2005/8/layout/process1" loCatId="process" qsTypeId="urn:microsoft.com/office/officeart/2005/8/quickstyle/simple1" qsCatId="simple" csTypeId="urn:microsoft.com/office/officeart/2005/8/colors/accent1_2" csCatId="accent1" phldr="1"/>
      <dgm:spPr/>
    </dgm:pt>
    <dgm:pt modelId="{B26A735B-ECA4-49F7-895C-CAB67FFDD605}">
      <dgm:prSet phldrT="[Text]"/>
      <dgm:spPr/>
      <dgm:t>
        <a:bodyPr/>
        <a:lstStyle/>
        <a:p>
          <a:r>
            <a:rPr lang="en-IN" b="1" dirty="0" smtClean="0">
              <a:solidFill>
                <a:schemeClr val="tx1"/>
              </a:solidFill>
            </a:rPr>
            <a:t>Phase 1: UI Development. </a:t>
          </a:r>
          <a:r>
            <a:rPr lang="en-US" dirty="0" smtClean="0">
              <a:solidFill>
                <a:schemeClr val="tx1"/>
              </a:solidFill>
            </a:rPr>
            <a:t>Build frontend using HTML, CSS, JavaScript. Create input system and dashboard layout . </a:t>
          </a:r>
          <a:r>
            <a:rPr lang="en-IN" dirty="0" smtClean="0">
              <a:solidFill>
                <a:schemeClr val="tx1"/>
              </a:solidFill>
            </a:rPr>
            <a:t>Implement basic user interaction</a:t>
          </a:r>
          <a:endParaRPr lang="en-US" dirty="0">
            <a:solidFill>
              <a:schemeClr val="tx1"/>
            </a:solidFill>
          </a:endParaRPr>
        </a:p>
      </dgm:t>
    </dgm:pt>
    <dgm:pt modelId="{9EACFCD6-EA7B-4453-B8B8-0CDB6984DD89}" type="parTrans" cxnId="{60A57064-C4B0-49AB-94C2-9A76DBDC1AA0}">
      <dgm:prSet/>
      <dgm:spPr/>
      <dgm:t>
        <a:bodyPr/>
        <a:lstStyle/>
        <a:p>
          <a:endParaRPr lang="en-US"/>
        </a:p>
      </dgm:t>
    </dgm:pt>
    <dgm:pt modelId="{077F8A4E-6DF9-4243-8910-1DDECD42325B}" type="sibTrans" cxnId="{60A57064-C4B0-49AB-94C2-9A76DBDC1AA0}">
      <dgm:prSet/>
      <dgm:spPr/>
      <dgm:t>
        <a:bodyPr/>
        <a:lstStyle/>
        <a:p>
          <a:endParaRPr lang="en-US"/>
        </a:p>
      </dgm:t>
    </dgm:pt>
    <dgm:pt modelId="{1E3E1B83-5D27-4F3F-81FD-602A41A67A7E}">
      <dgm:prSet phldrT="[Text]"/>
      <dgm:spPr/>
      <dgm:t>
        <a:bodyPr/>
        <a:lstStyle/>
        <a:p>
          <a:r>
            <a:rPr lang="en-IN" b="1" dirty="0" smtClean="0">
              <a:solidFill>
                <a:schemeClr val="tx1"/>
              </a:solidFill>
            </a:rPr>
            <a:t>Phase 2: Logic Integration. </a:t>
          </a:r>
          <a:r>
            <a:rPr lang="en-IN" dirty="0" smtClean="0">
              <a:solidFill>
                <a:schemeClr val="tx1"/>
              </a:solidFill>
            </a:rPr>
            <a:t>Add rule-based analysis system. </a:t>
          </a:r>
          <a:r>
            <a:rPr lang="en-US" dirty="0" smtClean="0">
              <a:solidFill>
                <a:schemeClr val="tx1"/>
              </a:solidFill>
            </a:rPr>
            <a:t>Generate dynamic SWOT, score, and suggestions .</a:t>
          </a:r>
          <a:r>
            <a:rPr lang="en-IN" dirty="0" smtClean="0">
              <a:solidFill>
                <a:schemeClr val="tx1"/>
              </a:solidFill>
            </a:rPr>
            <a:t>Improve user experience</a:t>
          </a:r>
          <a:endParaRPr lang="en-US" dirty="0">
            <a:solidFill>
              <a:schemeClr val="tx1"/>
            </a:solidFill>
          </a:endParaRPr>
        </a:p>
      </dgm:t>
    </dgm:pt>
    <dgm:pt modelId="{94186A6A-8323-4640-A169-517706815604}" type="parTrans" cxnId="{9CDB7E21-BF83-4243-ADD3-B085670CDA42}">
      <dgm:prSet/>
      <dgm:spPr/>
      <dgm:t>
        <a:bodyPr/>
        <a:lstStyle/>
        <a:p>
          <a:endParaRPr lang="en-US"/>
        </a:p>
      </dgm:t>
    </dgm:pt>
    <dgm:pt modelId="{98E8DFBB-300A-4ED5-85BE-737B5F2A6070}" type="sibTrans" cxnId="{9CDB7E21-BF83-4243-ADD3-B085670CDA42}">
      <dgm:prSet/>
      <dgm:spPr/>
      <dgm:t>
        <a:bodyPr/>
        <a:lstStyle/>
        <a:p>
          <a:endParaRPr lang="en-US"/>
        </a:p>
      </dgm:t>
    </dgm:pt>
    <dgm:pt modelId="{A1E5426C-196B-4E3B-A530-54BBFC02F57E}">
      <dgm:prSet phldrT="[Text]"/>
      <dgm:spPr/>
      <dgm:t>
        <a:bodyPr/>
        <a:lstStyle/>
        <a:p>
          <a:r>
            <a:rPr lang="en-IN" b="1" dirty="0" smtClean="0">
              <a:solidFill>
                <a:schemeClr val="tx1"/>
              </a:solidFill>
            </a:rPr>
            <a:t>Phase 3: Backend Integration. </a:t>
          </a:r>
          <a:r>
            <a:rPr lang="en-US" dirty="0" smtClean="0">
              <a:solidFill>
                <a:schemeClr val="tx1"/>
              </a:solidFill>
            </a:rPr>
            <a:t>Use Python (Flask) for processing. </a:t>
          </a:r>
          <a:r>
            <a:rPr lang="en-IN" dirty="0" smtClean="0">
              <a:solidFill>
                <a:schemeClr val="tx1"/>
              </a:solidFill>
            </a:rPr>
            <a:t>Store and manage data . Enable real-time analysis</a:t>
          </a:r>
          <a:endParaRPr lang="en-US" dirty="0">
            <a:solidFill>
              <a:schemeClr val="tx1"/>
            </a:solidFill>
          </a:endParaRPr>
        </a:p>
      </dgm:t>
    </dgm:pt>
    <dgm:pt modelId="{BD750521-1074-47E1-BE53-B66C3D760021}" type="parTrans" cxnId="{E212408C-39F1-4E8A-9DB4-DD72BFBEDE56}">
      <dgm:prSet/>
      <dgm:spPr/>
      <dgm:t>
        <a:bodyPr/>
        <a:lstStyle/>
        <a:p>
          <a:endParaRPr lang="en-US"/>
        </a:p>
      </dgm:t>
    </dgm:pt>
    <dgm:pt modelId="{83737570-2F15-4C11-92F3-B12433403642}" type="sibTrans" cxnId="{E212408C-39F1-4E8A-9DB4-DD72BFBEDE56}">
      <dgm:prSet/>
      <dgm:spPr/>
      <dgm:t>
        <a:bodyPr/>
        <a:lstStyle/>
        <a:p>
          <a:endParaRPr lang="en-US"/>
        </a:p>
      </dgm:t>
    </dgm:pt>
    <dgm:pt modelId="{DC71892C-BC8F-4191-B8AB-54118391737D}">
      <dgm:prSet phldrT="[Text]"/>
      <dgm:spPr/>
      <dgm:t>
        <a:bodyPr/>
        <a:lstStyle/>
        <a:p>
          <a:r>
            <a:rPr lang="en-IN" b="1" dirty="0" smtClean="0">
              <a:solidFill>
                <a:schemeClr val="tx1"/>
              </a:solidFill>
            </a:rPr>
            <a:t>Phase 4: AI Enhancement.</a:t>
          </a:r>
          <a:r>
            <a:rPr lang="en-US" dirty="0" smtClean="0">
              <a:solidFill>
                <a:schemeClr val="tx1"/>
              </a:solidFill>
            </a:rPr>
            <a:t>Integrate NLP and GPT APIs. </a:t>
          </a:r>
          <a:r>
            <a:rPr lang="en-IN" dirty="0" smtClean="0">
              <a:solidFill>
                <a:schemeClr val="tx1"/>
              </a:solidFill>
            </a:rPr>
            <a:t>Improve accuracy and intelligence. Provide deeper insights</a:t>
          </a:r>
          <a:endParaRPr lang="en-US" dirty="0">
            <a:solidFill>
              <a:schemeClr val="tx1"/>
            </a:solidFill>
          </a:endParaRPr>
        </a:p>
      </dgm:t>
    </dgm:pt>
    <dgm:pt modelId="{89A4B486-674B-4BAA-B9DA-DA971B0F6269}" type="parTrans" cxnId="{5C854C48-E829-4B2E-835D-2E01F319EE8E}">
      <dgm:prSet/>
      <dgm:spPr/>
      <dgm:t>
        <a:bodyPr/>
        <a:lstStyle/>
        <a:p>
          <a:endParaRPr lang="en-US"/>
        </a:p>
      </dgm:t>
    </dgm:pt>
    <dgm:pt modelId="{1EC33DF9-9D7A-4D00-8881-AE6F8C6D1668}" type="sibTrans" cxnId="{5C854C48-E829-4B2E-835D-2E01F319EE8E}">
      <dgm:prSet/>
      <dgm:spPr/>
      <dgm:t>
        <a:bodyPr/>
        <a:lstStyle/>
        <a:p>
          <a:endParaRPr lang="en-US"/>
        </a:p>
      </dgm:t>
    </dgm:pt>
    <dgm:pt modelId="{654B32F9-672E-4A90-A700-29AFBE55A45D}">
      <dgm:prSet phldrT="[Text]"/>
      <dgm:spPr/>
      <dgm:t>
        <a:bodyPr/>
        <a:lstStyle/>
        <a:p>
          <a:r>
            <a:rPr lang="en-IN" b="1" dirty="0" smtClean="0">
              <a:solidFill>
                <a:schemeClr val="tx1"/>
              </a:solidFill>
            </a:rPr>
            <a:t>Phase 5: Deployment &amp; </a:t>
          </a:r>
          <a:r>
            <a:rPr lang="en-IN" b="1" dirty="0" err="1" smtClean="0">
              <a:solidFill>
                <a:schemeClr val="tx1"/>
              </a:solidFill>
            </a:rPr>
            <a:t>Scaling.</a:t>
          </a:r>
          <a:r>
            <a:rPr lang="en-IN" dirty="0" err="1" smtClean="0">
              <a:solidFill>
                <a:schemeClr val="tx1"/>
              </a:solidFill>
            </a:rPr>
            <a:t>Deploy</a:t>
          </a:r>
          <a:r>
            <a:rPr lang="en-IN" dirty="0" smtClean="0">
              <a:solidFill>
                <a:schemeClr val="tx1"/>
              </a:solidFill>
            </a:rPr>
            <a:t> on cloud platform .Add user authentication .</a:t>
          </a:r>
          <a:r>
            <a:rPr lang="en-US" dirty="0" smtClean="0">
              <a:solidFill>
                <a:schemeClr val="tx1"/>
              </a:solidFill>
            </a:rPr>
            <a:t>Develop mobile app and analytics</a:t>
          </a:r>
          <a:endParaRPr lang="en-US" dirty="0">
            <a:solidFill>
              <a:schemeClr val="tx1"/>
            </a:solidFill>
          </a:endParaRPr>
        </a:p>
      </dgm:t>
    </dgm:pt>
    <dgm:pt modelId="{D453DD8E-4B77-449B-BE85-CBA00E3CEE82}" type="parTrans" cxnId="{F575BEBC-3AC1-4D66-9E7A-47C493E9899F}">
      <dgm:prSet/>
      <dgm:spPr/>
      <dgm:t>
        <a:bodyPr/>
        <a:lstStyle/>
        <a:p>
          <a:endParaRPr lang="en-US"/>
        </a:p>
      </dgm:t>
    </dgm:pt>
    <dgm:pt modelId="{18F6D3A3-41F2-43B5-BFCD-9F6245441A4B}" type="sibTrans" cxnId="{F575BEBC-3AC1-4D66-9E7A-47C493E9899F}">
      <dgm:prSet/>
      <dgm:spPr/>
      <dgm:t>
        <a:bodyPr/>
        <a:lstStyle/>
        <a:p>
          <a:endParaRPr lang="en-US"/>
        </a:p>
      </dgm:t>
    </dgm:pt>
    <dgm:pt modelId="{36E0FEF5-1959-435A-B5FF-D9FD0FE31DF6}" type="pres">
      <dgm:prSet presAssocID="{E4DB6FDF-E486-4349-94AE-A9767925D507}" presName="Name0" presStyleCnt="0">
        <dgm:presLayoutVars>
          <dgm:dir/>
          <dgm:resizeHandles val="exact"/>
        </dgm:presLayoutVars>
      </dgm:prSet>
      <dgm:spPr/>
    </dgm:pt>
    <dgm:pt modelId="{D47AC9CE-B063-40AF-870F-C19E6317B333}" type="pres">
      <dgm:prSet presAssocID="{B26A735B-ECA4-49F7-895C-CAB67FFDD605}" presName="node" presStyleLbl="node1" presStyleIdx="0" presStyleCnt="5">
        <dgm:presLayoutVars>
          <dgm:bulletEnabled val="1"/>
        </dgm:presLayoutVars>
      </dgm:prSet>
      <dgm:spPr/>
      <dgm:t>
        <a:bodyPr/>
        <a:lstStyle/>
        <a:p>
          <a:endParaRPr lang="en-US"/>
        </a:p>
      </dgm:t>
    </dgm:pt>
    <dgm:pt modelId="{7275AADF-ED00-4C2E-BA2F-369C19819DFE}" type="pres">
      <dgm:prSet presAssocID="{077F8A4E-6DF9-4243-8910-1DDECD42325B}" presName="sibTrans" presStyleLbl="sibTrans2D1" presStyleIdx="0" presStyleCnt="4"/>
      <dgm:spPr/>
    </dgm:pt>
    <dgm:pt modelId="{44E1D44E-DB91-423F-B1E6-4062F2DD19B1}" type="pres">
      <dgm:prSet presAssocID="{077F8A4E-6DF9-4243-8910-1DDECD42325B}" presName="connectorText" presStyleLbl="sibTrans2D1" presStyleIdx="0" presStyleCnt="4"/>
      <dgm:spPr/>
    </dgm:pt>
    <dgm:pt modelId="{4A77F238-5AD0-447B-9FFA-34E42D33441D}" type="pres">
      <dgm:prSet presAssocID="{1E3E1B83-5D27-4F3F-81FD-602A41A67A7E}" presName="node" presStyleLbl="node1" presStyleIdx="1" presStyleCnt="5">
        <dgm:presLayoutVars>
          <dgm:bulletEnabled val="1"/>
        </dgm:presLayoutVars>
      </dgm:prSet>
      <dgm:spPr/>
      <dgm:t>
        <a:bodyPr/>
        <a:lstStyle/>
        <a:p>
          <a:endParaRPr lang="en-US"/>
        </a:p>
      </dgm:t>
    </dgm:pt>
    <dgm:pt modelId="{524ED652-4260-43C0-8EAA-3201C8231047}" type="pres">
      <dgm:prSet presAssocID="{98E8DFBB-300A-4ED5-85BE-737B5F2A6070}" presName="sibTrans" presStyleLbl="sibTrans2D1" presStyleIdx="1" presStyleCnt="4"/>
      <dgm:spPr/>
    </dgm:pt>
    <dgm:pt modelId="{D32627A2-AE4E-4FAB-AEC2-02745330661D}" type="pres">
      <dgm:prSet presAssocID="{98E8DFBB-300A-4ED5-85BE-737B5F2A6070}" presName="connectorText" presStyleLbl="sibTrans2D1" presStyleIdx="1" presStyleCnt="4"/>
      <dgm:spPr/>
    </dgm:pt>
    <dgm:pt modelId="{89E8D6B9-1D48-428F-BB36-988FF2E5E1E4}" type="pres">
      <dgm:prSet presAssocID="{A1E5426C-196B-4E3B-A530-54BBFC02F57E}" presName="node" presStyleLbl="node1" presStyleIdx="2" presStyleCnt="5">
        <dgm:presLayoutVars>
          <dgm:bulletEnabled val="1"/>
        </dgm:presLayoutVars>
      </dgm:prSet>
      <dgm:spPr/>
      <dgm:t>
        <a:bodyPr/>
        <a:lstStyle/>
        <a:p>
          <a:endParaRPr lang="en-US"/>
        </a:p>
      </dgm:t>
    </dgm:pt>
    <dgm:pt modelId="{E0F12968-1971-47B4-B330-923165DA52B3}" type="pres">
      <dgm:prSet presAssocID="{83737570-2F15-4C11-92F3-B12433403642}" presName="sibTrans" presStyleLbl="sibTrans2D1" presStyleIdx="2" presStyleCnt="4"/>
      <dgm:spPr/>
    </dgm:pt>
    <dgm:pt modelId="{03524793-C7F6-4684-A1DD-2E21777ABD70}" type="pres">
      <dgm:prSet presAssocID="{83737570-2F15-4C11-92F3-B12433403642}" presName="connectorText" presStyleLbl="sibTrans2D1" presStyleIdx="2" presStyleCnt="4"/>
      <dgm:spPr/>
    </dgm:pt>
    <dgm:pt modelId="{88D152A0-B084-4C23-A3DA-133C6D1FB9E4}" type="pres">
      <dgm:prSet presAssocID="{DC71892C-BC8F-4191-B8AB-54118391737D}" presName="node" presStyleLbl="node1" presStyleIdx="3" presStyleCnt="5">
        <dgm:presLayoutVars>
          <dgm:bulletEnabled val="1"/>
        </dgm:presLayoutVars>
      </dgm:prSet>
      <dgm:spPr/>
      <dgm:t>
        <a:bodyPr/>
        <a:lstStyle/>
        <a:p>
          <a:endParaRPr lang="en-US"/>
        </a:p>
      </dgm:t>
    </dgm:pt>
    <dgm:pt modelId="{79C19A42-5BE2-47E1-8570-BE669A2C5837}" type="pres">
      <dgm:prSet presAssocID="{1EC33DF9-9D7A-4D00-8881-AE6F8C6D1668}" presName="sibTrans" presStyleLbl="sibTrans2D1" presStyleIdx="3" presStyleCnt="4"/>
      <dgm:spPr/>
    </dgm:pt>
    <dgm:pt modelId="{1390BEB3-C1C2-46D1-B50F-0CDCD8E39401}" type="pres">
      <dgm:prSet presAssocID="{1EC33DF9-9D7A-4D00-8881-AE6F8C6D1668}" presName="connectorText" presStyleLbl="sibTrans2D1" presStyleIdx="3" presStyleCnt="4"/>
      <dgm:spPr/>
    </dgm:pt>
    <dgm:pt modelId="{FFD672AE-1451-4B42-B7AA-0B0871EE2A9D}" type="pres">
      <dgm:prSet presAssocID="{654B32F9-672E-4A90-A700-29AFBE55A45D}" presName="node" presStyleLbl="node1" presStyleIdx="4" presStyleCnt="5">
        <dgm:presLayoutVars>
          <dgm:bulletEnabled val="1"/>
        </dgm:presLayoutVars>
      </dgm:prSet>
      <dgm:spPr/>
      <dgm:t>
        <a:bodyPr/>
        <a:lstStyle/>
        <a:p>
          <a:endParaRPr lang="en-US"/>
        </a:p>
      </dgm:t>
    </dgm:pt>
  </dgm:ptLst>
  <dgm:cxnLst>
    <dgm:cxn modelId="{13B60751-968F-4240-83EC-A45EF4320C31}" type="presOf" srcId="{83737570-2F15-4C11-92F3-B12433403642}" destId="{E0F12968-1971-47B4-B330-923165DA52B3}" srcOrd="0" destOrd="0" presId="urn:microsoft.com/office/officeart/2005/8/layout/process1"/>
    <dgm:cxn modelId="{E212408C-39F1-4E8A-9DB4-DD72BFBEDE56}" srcId="{E4DB6FDF-E486-4349-94AE-A9767925D507}" destId="{A1E5426C-196B-4E3B-A530-54BBFC02F57E}" srcOrd="2" destOrd="0" parTransId="{BD750521-1074-47E1-BE53-B66C3D760021}" sibTransId="{83737570-2F15-4C11-92F3-B12433403642}"/>
    <dgm:cxn modelId="{0A3DDC4A-30D9-4D98-9A3E-24C3BC2AD138}" type="presOf" srcId="{1EC33DF9-9D7A-4D00-8881-AE6F8C6D1668}" destId="{1390BEB3-C1C2-46D1-B50F-0CDCD8E39401}" srcOrd="1" destOrd="0" presId="urn:microsoft.com/office/officeart/2005/8/layout/process1"/>
    <dgm:cxn modelId="{851CD032-8329-4F71-A150-E8EF2448B2B1}" type="presOf" srcId="{A1E5426C-196B-4E3B-A530-54BBFC02F57E}" destId="{89E8D6B9-1D48-428F-BB36-988FF2E5E1E4}" srcOrd="0" destOrd="0" presId="urn:microsoft.com/office/officeart/2005/8/layout/process1"/>
    <dgm:cxn modelId="{33FA6F11-01ED-4F65-97D8-63A4888DB754}" type="presOf" srcId="{83737570-2F15-4C11-92F3-B12433403642}" destId="{03524793-C7F6-4684-A1DD-2E21777ABD70}" srcOrd="1" destOrd="0" presId="urn:microsoft.com/office/officeart/2005/8/layout/process1"/>
    <dgm:cxn modelId="{975D36FF-6108-40C8-B672-F4394EED21DC}" type="presOf" srcId="{077F8A4E-6DF9-4243-8910-1DDECD42325B}" destId="{44E1D44E-DB91-423F-B1E6-4062F2DD19B1}" srcOrd="1" destOrd="0" presId="urn:microsoft.com/office/officeart/2005/8/layout/process1"/>
    <dgm:cxn modelId="{1F8703FF-C17F-4E39-8A02-F6C6A45BA934}" type="presOf" srcId="{DC71892C-BC8F-4191-B8AB-54118391737D}" destId="{88D152A0-B084-4C23-A3DA-133C6D1FB9E4}" srcOrd="0" destOrd="0" presId="urn:microsoft.com/office/officeart/2005/8/layout/process1"/>
    <dgm:cxn modelId="{21E11B2D-079E-41D3-BECA-73E2A7195C4D}" type="presOf" srcId="{1E3E1B83-5D27-4F3F-81FD-602A41A67A7E}" destId="{4A77F238-5AD0-447B-9FFA-34E42D33441D}" srcOrd="0" destOrd="0" presId="urn:microsoft.com/office/officeart/2005/8/layout/process1"/>
    <dgm:cxn modelId="{4768E132-F983-439F-B746-8DFA4150FDBD}" type="presOf" srcId="{1EC33DF9-9D7A-4D00-8881-AE6F8C6D1668}" destId="{79C19A42-5BE2-47E1-8570-BE669A2C5837}" srcOrd="0" destOrd="0" presId="urn:microsoft.com/office/officeart/2005/8/layout/process1"/>
    <dgm:cxn modelId="{9CDB7E21-BF83-4243-ADD3-B085670CDA42}" srcId="{E4DB6FDF-E486-4349-94AE-A9767925D507}" destId="{1E3E1B83-5D27-4F3F-81FD-602A41A67A7E}" srcOrd="1" destOrd="0" parTransId="{94186A6A-8323-4640-A169-517706815604}" sibTransId="{98E8DFBB-300A-4ED5-85BE-737B5F2A6070}"/>
    <dgm:cxn modelId="{5C854C48-E829-4B2E-835D-2E01F319EE8E}" srcId="{E4DB6FDF-E486-4349-94AE-A9767925D507}" destId="{DC71892C-BC8F-4191-B8AB-54118391737D}" srcOrd="3" destOrd="0" parTransId="{89A4B486-674B-4BAA-B9DA-DA971B0F6269}" sibTransId="{1EC33DF9-9D7A-4D00-8881-AE6F8C6D1668}"/>
    <dgm:cxn modelId="{93DAE078-53EE-41B4-B7FB-32D0E5731474}" type="presOf" srcId="{B26A735B-ECA4-49F7-895C-CAB67FFDD605}" destId="{D47AC9CE-B063-40AF-870F-C19E6317B333}" srcOrd="0" destOrd="0" presId="urn:microsoft.com/office/officeart/2005/8/layout/process1"/>
    <dgm:cxn modelId="{60A57064-C4B0-49AB-94C2-9A76DBDC1AA0}" srcId="{E4DB6FDF-E486-4349-94AE-A9767925D507}" destId="{B26A735B-ECA4-49F7-895C-CAB67FFDD605}" srcOrd="0" destOrd="0" parTransId="{9EACFCD6-EA7B-4453-B8B8-0CDB6984DD89}" sibTransId="{077F8A4E-6DF9-4243-8910-1DDECD42325B}"/>
    <dgm:cxn modelId="{EEBDB56E-6170-4F1C-B56F-A9C416762A66}" type="presOf" srcId="{98E8DFBB-300A-4ED5-85BE-737B5F2A6070}" destId="{524ED652-4260-43C0-8EAA-3201C8231047}" srcOrd="0" destOrd="0" presId="urn:microsoft.com/office/officeart/2005/8/layout/process1"/>
    <dgm:cxn modelId="{0F0E1FD7-66CB-4114-9F2B-2454327DF621}" type="presOf" srcId="{E4DB6FDF-E486-4349-94AE-A9767925D507}" destId="{36E0FEF5-1959-435A-B5FF-D9FD0FE31DF6}" srcOrd="0" destOrd="0" presId="urn:microsoft.com/office/officeart/2005/8/layout/process1"/>
    <dgm:cxn modelId="{763E0B4D-6C31-4F8D-B0AE-1AE47B43853A}" type="presOf" srcId="{654B32F9-672E-4A90-A700-29AFBE55A45D}" destId="{FFD672AE-1451-4B42-B7AA-0B0871EE2A9D}" srcOrd="0" destOrd="0" presId="urn:microsoft.com/office/officeart/2005/8/layout/process1"/>
    <dgm:cxn modelId="{F575BEBC-3AC1-4D66-9E7A-47C493E9899F}" srcId="{E4DB6FDF-E486-4349-94AE-A9767925D507}" destId="{654B32F9-672E-4A90-A700-29AFBE55A45D}" srcOrd="4" destOrd="0" parTransId="{D453DD8E-4B77-449B-BE85-CBA00E3CEE82}" sibTransId="{18F6D3A3-41F2-43B5-BFCD-9F6245441A4B}"/>
    <dgm:cxn modelId="{D686752A-2E92-44F9-AEE5-7714DD543E9E}" type="presOf" srcId="{98E8DFBB-300A-4ED5-85BE-737B5F2A6070}" destId="{D32627A2-AE4E-4FAB-AEC2-02745330661D}" srcOrd="1" destOrd="0" presId="urn:microsoft.com/office/officeart/2005/8/layout/process1"/>
    <dgm:cxn modelId="{B4E90EA4-120C-4BDD-AB0D-EA67BDAAC559}" type="presOf" srcId="{077F8A4E-6DF9-4243-8910-1DDECD42325B}" destId="{7275AADF-ED00-4C2E-BA2F-369C19819DFE}" srcOrd="0" destOrd="0" presId="urn:microsoft.com/office/officeart/2005/8/layout/process1"/>
    <dgm:cxn modelId="{30549DC9-480F-47CD-920B-D743BC727170}" type="presParOf" srcId="{36E0FEF5-1959-435A-B5FF-D9FD0FE31DF6}" destId="{D47AC9CE-B063-40AF-870F-C19E6317B333}" srcOrd="0" destOrd="0" presId="urn:microsoft.com/office/officeart/2005/8/layout/process1"/>
    <dgm:cxn modelId="{DAC6DF40-73C2-48EF-8EAB-244027C2EBD5}" type="presParOf" srcId="{36E0FEF5-1959-435A-B5FF-D9FD0FE31DF6}" destId="{7275AADF-ED00-4C2E-BA2F-369C19819DFE}" srcOrd="1" destOrd="0" presId="urn:microsoft.com/office/officeart/2005/8/layout/process1"/>
    <dgm:cxn modelId="{0793F093-6C36-40BB-8BD6-8B5062803476}" type="presParOf" srcId="{7275AADF-ED00-4C2E-BA2F-369C19819DFE}" destId="{44E1D44E-DB91-423F-B1E6-4062F2DD19B1}" srcOrd="0" destOrd="0" presId="urn:microsoft.com/office/officeart/2005/8/layout/process1"/>
    <dgm:cxn modelId="{64A3F2D7-7654-4515-AE53-9FEF301F9A93}" type="presParOf" srcId="{36E0FEF5-1959-435A-B5FF-D9FD0FE31DF6}" destId="{4A77F238-5AD0-447B-9FFA-34E42D33441D}" srcOrd="2" destOrd="0" presId="urn:microsoft.com/office/officeart/2005/8/layout/process1"/>
    <dgm:cxn modelId="{BDC2A208-0524-49B3-8EC0-A8B4C216EC9C}" type="presParOf" srcId="{36E0FEF5-1959-435A-B5FF-D9FD0FE31DF6}" destId="{524ED652-4260-43C0-8EAA-3201C8231047}" srcOrd="3" destOrd="0" presId="urn:microsoft.com/office/officeart/2005/8/layout/process1"/>
    <dgm:cxn modelId="{38359DA6-3A05-468B-B248-F536B29F977A}" type="presParOf" srcId="{524ED652-4260-43C0-8EAA-3201C8231047}" destId="{D32627A2-AE4E-4FAB-AEC2-02745330661D}" srcOrd="0" destOrd="0" presId="urn:microsoft.com/office/officeart/2005/8/layout/process1"/>
    <dgm:cxn modelId="{0BB292FC-60CB-4C53-A0D7-EF0C060CB54D}" type="presParOf" srcId="{36E0FEF5-1959-435A-B5FF-D9FD0FE31DF6}" destId="{89E8D6B9-1D48-428F-BB36-988FF2E5E1E4}" srcOrd="4" destOrd="0" presId="urn:microsoft.com/office/officeart/2005/8/layout/process1"/>
    <dgm:cxn modelId="{1E3B4918-71EA-4B71-8031-F751AE53A26D}" type="presParOf" srcId="{36E0FEF5-1959-435A-B5FF-D9FD0FE31DF6}" destId="{E0F12968-1971-47B4-B330-923165DA52B3}" srcOrd="5" destOrd="0" presId="urn:microsoft.com/office/officeart/2005/8/layout/process1"/>
    <dgm:cxn modelId="{A7A76DE8-99C7-4EA5-9853-725C86B8147E}" type="presParOf" srcId="{E0F12968-1971-47B4-B330-923165DA52B3}" destId="{03524793-C7F6-4684-A1DD-2E21777ABD70}" srcOrd="0" destOrd="0" presId="urn:microsoft.com/office/officeart/2005/8/layout/process1"/>
    <dgm:cxn modelId="{E7DBA5D1-0DDF-46CA-AC75-BD7421557BB6}" type="presParOf" srcId="{36E0FEF5-1959-435A-B5FF-D9FD0FE31DF6}" destId="{88D152A0-B084-4C23-A3DA-133C6D1FB9E4}" srcOrd="6" destOrd="0" presId="urn:microsoft.com/office/officeart/2005/8/layout/process1"/>
    <dgm:cxn modelId="{4E7F1E34-2C7B-4D73-B35F-B59866448098}" type="presParOf" srcId="{36E0FEF5-1959-435A-B5FF-D9FD0FE31DF6}" destId="{79C19A42-5BE2-47E1-8570-BE669A2C5837}" srcOrd="7" destOrd="0" presId="urn:microsoft.com/office/officeart/2005/8/layout/process1"/>
    <dgm:cxn modelId="{77E8A752-97FF-49E2-BB85-4A1FB69A642D}" type="presParOf" srcId="{79C19A42-5BE2-47E1-8570-BE669A2C5837}" destId="{1390BEB3-C1C2-46D1-B50F-0CDCD8E39401}" srcOrd="0" destOrd="0" presId="urn:microsoft.com/office/officeart/2005/8/layout/process1"/>
    <dgm:cxn modelId="{3081EC95-1B19-4514-AD2C-BC7FFF1843D5}" type="presParOf" srcId="{36E0FEF5-1959-435A-B5FF-D9FD0FE31DF6}" destId="{FFD672AE-1451-4B42-B7AA-0B0871EE2A9D}"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7AC9CE-B063-40AF-870F-C19E6317B333}">
      <dsp:nvSpPr>
        <dsp:cNvPr id="0" name=""/>
        <dsp:cNvSpPr/>
      </dsp:nvSpPr>
      <dsp:spPr>
        <a:xfrm>
          <a:off x="4464" y="1807547"/>
          <a:ext cx="1384101" cy="1102955"/>
        </a:xfrm>
        <a:prstGeom prst="roundRect">
          <a:avLst>
            <a:gd name="adj" fmla="val 10000"/>
          </a:avLst>
        </a:prstGeom>
        <a:solidFill>
          <a:schemeClr val="accent1">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dirty="0" smtClean="0">
              <a:solidFill>
                <a:schemeClr val="tx1"/>
              </a:solidFill>
            </a:rPr>
            <a:t>Phase 1: UI Development. </a:t>
          </a:r>
          <a:r>
            <a:rPr lang="en-US" sz="900" kern="1200" dirty="0" smtClean="0">
              <a:solidFill>
                <a:schemeClr val="tx1"/>
              </a:solidFill>
            </a:rPr>
            <a:t>Build frontend using HTML, CSS, JavaScript. Create input system and dashboard layout . </a:t>
          </a:r>
          <a:r>
            <a:rPr lang="en-IN" sz="900" kern="1200" dirty="0" smtClean="0">
              <a:solidFill>
                <a:schemeClr val="tx1"/>
              </a:solidFill>
            </a:rPr>
            <a:t>Implement basic user interaction</a:t>
          </a:r>
          <a:endParaRPr lang="en-US" sz="900" kern="1200" dirty="0">
            <a:solidFill>
              <a:schemeClr val="tx1"/>
            </a:solidFill>
          </a:endParaRPr>
        </a:p>
      </dsp:txBody>
      <dsp:txXfrm>
        <a:off x="36768" y="1839851"/>
        <a:ext cx="1319493" cy="1038347"/>
      </dsp:txXfrm>
    </dsp:sp>
    <dsp:sp modelId="{7275AADF-ED00-4C2E-BA2F-369C19819DFE}">
      <dsp:nvSpPr>
        <dsp:cNvPr id="0" name=""/>
        <dsp:cNvSpPr/>
      </dsp:nvSpPr>
      <dsp:spPr>
        <a:xfrm>
          <a:off x="1526976" y="2187396"/>
          <a:ext cx="293429" cy="34325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US" sz="800" kern="1200"/>
        </a:p>
      </dsp:txBody>
      <dsp:txXfrm>
        <a:off x="1526976" y="2256047"/>
        <a:ext cx="205400" cy="205955"/>
      </dsp:txXfrm>
    </dsp:sp>
    <dsp:sp modelId="{4A77F238-5AD0-447B-9FFA-34E42D33441D}">
      <dsp:nvSpPr>
        <dsp:cNvPr id="0" name=""/>
        <dsp:cNvSpPr/>
      </dsp:nvSpPr>
      <dsp:spPr>
        <a:xfrm>
          <a:off x="1942207" y="1807547"/>
          <a:ext cx="1384101" cy="1102955"/>
        </a:xfrm>
        <a:prstGeom prst="roundRect">
          <a:avLst>
            <a:gd name="adj" fmla="val 10000"/>
          </a:avLst>
        </a:prstGeom>
        <a:solidFill>
          <a:schemeClr val="accent1">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dirty="0" smtClean="0">
              <a:solidFill>
                <a:schemeClr val="tx1"/>
              </a:solidFill>
            </a:rPr>
            <a:t>Phase 2: Logic Integration. </a:t>
          </a:r>
          <a:r>
            <a:rPr lang="en-IN" sz="900" kern="1200" dirty="0" smtClean="0">
              <a:solidFill>
                <a:schemeClr val="tx1"/>
              </a:solidFill>
            </a:rPr>
            <a:t>Add rule-based analysis system. </a:t>
          </a:r>
          <a:r>
            <a:rPr lang="en-US" sz="900" kern="1200" dirty="0" smtClean="0">
              <a:solidFill>
                <a:schemeClr val="tx1"/>
              </a:solidFill>
            </a:rPr>
            <a:t>Generate dynamic SWOT, score, and suggestions .</a:t>
          </a:r>
          <a:r>
            <a:rPr lang="en-IN" sz="900" kern="1200" dirty="0" smtClean="0">
              <a:solidFill>
                <a:schemeClr val="tx1"/>
              </a:solidFill>
            </a:rPr>
            <a:t>Improve user experience</a:t>
          </a:r>
          <a:endParaRPr lang="en-US" sz="900" kern="1200" dirty="0">
            <a:solidFill>
              <a:schemeClr val="tx1"/>
            </a:solidFill>
          </a:endParaRPr>
        </a:p>
      </dsp:txBody>
      <dsp:txXfrm>
        <a:off x="1974511" y="1839851"/>
        <a:ext cx="1319493" cy="1038347"/>
      </dsp:txXfrm>
    </dsp:sp>
    <dsp:sp modelId="{524ED652-4260-43C0-8EAA-3201C8231047}">
      <dsp:nvSpPr>
        <dsp:cNvPr id="0" name=""/>
        <dsp:cNvSpPr/>
      </dsp:nvSpPr>
      <dsp:spPr>
        <a:xfrm>
          <a:off x="3464718" y="2187396"/>
          <a:ext cx="293429" cy="34325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US" sz="800" kern="1200"/>
        </a:p>
      </dsp:txBody>
      <dsp:txXfrm>
        <a:off x="3464718" y="2256047"/>
        <a:ext cx="205400" cy="205955"/>
      </dsp:txXfrm>
    </dsp:sp>
    <dsp:sp modelId="{89E8D6B9-1D48-428F-BB36-988FF2E5E1E4}">
      <dsp:nvSpPr>
        <dsp:cNvPr id="0" name=""/>
        <dsp:cNvSpPr/>
      </dsp:nvSpPr>
      <dsp:spPr>
        <a:xfrm>
          <a:off x="3879949" y="1807547"/>
          <a:ext cx="1384101" cy="1102955"/>
        </a:xfrm>
        <a:prstGeom prst="roundRect">
          <a:avLst>
            <a:gd name="adj" fmla="val 10000"/>
          </a:avLst>
        </a:prstGeom>
        <a:solidFill>
          <a:schemeClr val="accent1">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dirty="0" smtClean="0">
              <a:solidFill>
                <a:schemeClr val="tx1"/>
              </a:solidFill>
            </a:rPr>
            <a:t>Phase 3: Backend Integration. </a:t>
          </a:r>
          <a:r>
            <a:rPr lang="en-US" sz="900" kern="1200" dirty="0" smtClean="0">
              <a:solidFill>
                <a:schemeClr val="tx1"/>
              </a:solidFill>
            </a:rPr>
            <a:t>Use Python (Flask) for processing. </a:t>
          </a:r>
          <a:r>
            <a:rPr lang="en-IN" sz="900" kern="1200" dirty="0" smtClean="0">
              <a:solidFill>
                <a:schemeClr val="tx1"/>
              </a:solidFill>
            </a:rPr>
            <a:t>Store and manage data . Enable real-time analysis</a:t>
          </a:r>
          <a:endParaRPr lang="en-US" sz="900" kern="1200" dirty="0">
            <a:solidFill>
              <a:schemeClr val="tx1"/>
            </a:solidFill>
          </a:endParaRPr>
        </a:p>
      </dsp:txBody>
      <dsp:txXfrm>
        <a:off x="3912253" y="1839851"/>
        <a:ext cx="1319493" cy="1038347"/>
      </dsp:txXfrm>
    </dsp:sp>
    <dsp:sp modelId="{E0F12968-1971-47B4-B330-923165DA52B3}">
      <dsp:nvSpPr>
        <dsp:cNvPr id="0" name=""/>
        <dsp:cNvSpPr/>
      </dsp:nvSpPr>
      <dsp:spPr>
        <a:xfrm>
          <a:off x="5402460" y="2187396"/>
          <a:ext cx="293429" cy="34325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US" sz="800" kern="1200"/>
        </a:p>
      </dsp:txBody>
      <dsp:txXfrm>
        <a:off x="5402460" y="2256047"/>
        <a:ext cx="205400" cy="205955"/>
      </dsp:txXfrm>
    </dsp:sp>
    <dsp:sp modelId="{88D152A0-B084-4C23-A3DA-133C6D1FB9E4}">
      <dsp:nvSpPr>
        <dsp:cNvPr id="0" name=""/>
        <dsp:cNvSpPr/>
      </dsp:nvSpPr>
      <dsp:spPr>
        <a:xfrm>
          <a:off x="5817691" y="1807547"/>
          <a:ext cx="1384101" cy="1102955"/>
        </a:xfrm>
        <a:prstGeom prst="roundRect">
          <a:avLst>
            <a:gd name="adj" fmla="val 10000"/>
          </a:avLst>
        </a:prstGeom>
        <a:solidFill>
          <a:schemeClr val="accent1">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dirty="0" smtClean="0">
              <a:solidFill>
                <a:schemeClr val="tx1"/>
              </a:solidFill>
            </a:rPr>
            <a:t>Phase 4: AI Enhancement.</a:t>
          </a:r>
          <a:r>
            <a:rPr lang="en-US" sz="900" kern="1200" dirty="0" smtClean="0">
              <a:solidFill>
                <a:schemeClr val="tx1"/>
              </a:solidFill>
            </a:rPr>
            <a:t>Integrate NLP and GPT APIs. </a:t>
          </a:r>
          <a:r>
            <a:rPr lang="en-IN" sz="900" kern="1200" dirty="0" smtClean="0">
              <a:solidFill>
                <a:schemeClr val="tx1"/>
              </a:solidFill>
            </a:rPr>
            <a:t>Improve accuracy and intelligence. Provide deeper insights</a:t>
          </a:r>
          <a:endParaRPr lang="en-US" sz="900" kern="1200" dirty="0">
            <a:solidFill>
              <a:schemeClr val="tx1"/>
            </a:solidFill>
          </a:endParaRPr>
        </a:p>
      </dsp:txBody>
      <dsp:txXfrm>
        <a:off x="5849995" y="1839851"/>
        <a:ext cx="1319493" cy="1038347"/>
      </dsp:txXfrm>
    </dsp:sp>
    <dsp:sp modelId="{79C19A42-5BE2-47E1-8570-BE669A2C5837}">
      <dsp:nvSpPr>
        <dsp:cNvPr id="0" name=""/>
        <dsp:cNvSpPr/>
      </dsp:nvSpPr>
      <dsp:spPr>
        <a:xfrm>
          <a:off x="7340203" y="2187396"/>
          <a:ext cx="293429" cy="34325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US" sz="800" kern="1200"/>
        </a:p>
      </dsp:txBody>
      <dsp:txXfrm>
        <a:off x="7340203" y="2256047"/>
        <a:ext cx="205400" cy="205955"/>
      </dsp:txXfrm>
    </dsp:sp>
    <dsp:sp modelId="{FFD672AE-1451-4B42-B7AA-0B0871EE2A9D}">
      <dsp:nvSpPr>
        <dsp:cNvPr id="0" name=""/>
        <dsp:cNvSpPr/>
      </dsp:nvSpPr>
      <dsp:spPr>
        <a:xfrm>
          <a:off x="7755433" y="1807547"/>
          <a:ext cx="1384101" cy="1102955"/>
        </a:xfrm>
        <a:prstGeom prst="roundRect">
          <a:avLst>
            <a:gd name="adj" fmla="val 10000"/>
          </a:avLst>
        </a:prstGeom>
        <a:solidFill>
          <a:schemeClr val="accent1">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dirty="0" smtClean="0">
              <a:solidFill>
                <a:schemeClr val="tx1"/>
              </a:solidFill>
            </a:rPr>
            <a:t>Phase 5: Deployment &amp; </a:t>
          </a:r>
          <a:r>
            <a:rPr lang="en-IN" sz="900" b="1" kern="1200" dirty="0" err="1" smtClean="0">
              <a:solidFill>
                <a:schemeClr val="tx1"/>
              </a:solidFill>
            </a:rPr>
            <a:t>Scaling.</a:t>
          </a:r>
          <a:r>
            <a:rPr lang="en-IN" sz="900" kern="1200" dirty="0" err="1" smtClean="0">
              <a:solidFill>
                <a:schemeClr val="tx1"/>
              </a:solidFill>
            </a:rPr>
            <a:t>Deploy</a:t>
          </a:r>
          <a:r>
            <a:rPr lang="en-IN" sz="900" kern="1200" dirty="0" smtClean="0">
              <a:solidFill>
                <a:schemeClr val="tx1"/>
              </a:solidFill>
            </a:rPr>
            <a:t> on cloud platform .Add user authentication .</a:t>
          </a:r>
          <a:r>
            <a:rPr lang="en-US" sz="900" kern="1200" dirty="0" smtClean="0">
              <a:solidFill>
                <a:schemeClr val="tx1"/>
              </a:solidFill>
            </a:rPr>
            <a:t>Develop mobile app and analytics</a:t>
          </a:r>
          <a:endParaRPr lang="en-US" sz="900" kern="1200" dirty="0">
            <a:solidFill>
              <a:schemeClr val="tx1"/>
            </a:solidFill>
          </a:endParaRPr>
        </a:p>
      </dsp:txBody>
      <dsp:txXfrm>
        <a:off x="7787737" y="1839851"/>
        <a:ext cx="1319493" cy="103834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36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 name="PlaceHolder 2"/>
          <p:cNvSpPr>
            <a:spLocks noGrp="1"/>
          </p:cNvSpPr>
          <p:nvPr>
            <p:ph type="title"/>
          </p:nvPr>
        </p:nvSpPr>
        <p:spPr>
          <a:xfrm>
            <a:off x="228600" y="428400"/>
            <a:ext cx="6222600" cy="984960"/>
          </a:xfrm>
          <a:prstGeom prst="rect">
            <a:avLst/>
          </a:prstGeom>
          <a:noFill/>
          <a:ln w="0">
            <a:noFill/>
          </a:ln>
          <a:effectLst>
            <a:outerShdw blurRad="57240" dist="19080" dir="5400000" rotWithShape="0">
              <a:srgbClr val="FFFFFF">
                <a:alpha val="5000"/>
              </a:srgbClr>
            </a:outerShdw>
          </a:effectLst>
        </p:spPr>
        <p:txBody>
          <a:bodyPr lIns="91440" tIns="91440" rIns="91440" bIns="91440" anchor="ctr">
            <a:noAutofit/>
          </a:bodyPr>
          <a:lstStyle/>
          <a:p>
            <a:pPr indent="0">
              <a:buNone/>
            </a:pPr>
            <a:r>
              <a:rPr lang="fr-FR" sz="4700" b="0" u="none" strike="noStrike">
                <a:solidFill>
                  <a:schemeClr val="dk1"/>
                </a:solidFill>
                <a:effectLst/>
                <a:uFillTx/>
                <a:latin typeface="Arial"/>
              </a:rPr>
              <a:t>Click to edit the title text format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4" name="Google Shape;48;p11"/>
          <p:cNvPicPr/>
          <p:nvPr/>
        </p:nvPicPr>
        <p:blipFill>
          <a:blip r:embed="rId2"/>
          <a:stretch/>
        </p:blipFill>
        <p:spPr>
          <a:xfrm>
            <a:off x="0" y="0"/>
            <a:ext cx="9143640" cy="5142960"/>
          </a:xfrm>
          <a:prstGeom prst="rect">
            <a:avLst/>
          </a:prstGeom>
          <a:noFill/>
          <a:ln w="0">
            <a:noFill/>
          </a:ln>
        </p:spPr>
      </p:pic>
      <p:sp>
        <p:nvSpPr>
          <p:cNvPr id="5"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1" u="none" strike="noStrike">
                <a:solidFill>
                  <a:schemeClr val="dk1"/>
                </a:solidFill>
                <a:effectLst/>
                <a:uFillTx/>
                <a:latin typeface="Sora"/>
                <a:ea typeface="Sora"/>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pic>
        <p:nvPicPr>
          <p:cNvPr id="6" name="Google Shape;53;p13"/>
          <p:cNvPicPr/>
          <p:nvPr/>
        </p:nvPicPr>
        <p:blipFill>
          <a:blip r:embed="rId2"/>
          <a:stretch/>
        </p:blipFill>
        <p:spPr>
          <a:xfrm flipH="1">
            <a:off x="360" y="0"/>
            <a:ext cx="9143640" cy="5142960"/>
          </a:xfrm>
          <a:prstGeom prst="rect">
            <a:avLst/>
          </a:prstGeom>
          <a:noFill/>
          <a:ln w="0">
            <a:noFill/>
          </a:ln>
        </p:spPr>
      </p:pic>
      <p:sp>
        <p:nvSpPr>
          <p:cNvPr id="7" name="PlaceHolder 1"/>
          <p:cNvSpPr>
            <a:spLocks noGrp="1"/>
          </p:cNvSpPr>
          <p:nvPr>
            <p:ph type="title"/>
          </p:nvPr>
        </p:nvSpPr>
        <p:spPr>
          <a:xfrm>
            <a:off x="4851360" y="228600"/>
            <a:ext cx="4143960" cy="98496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8" name="PlaceHolder 2"/>
          <p:cNvSpPr>
            <a:spLocks noGrp="1"/>
          </p:cNvSpPr>
          <p:nvPr>
            <p:ph type="title"/>
          </p:nvPr>
        </p:nvSpPr>
        <p:spPr>
          <a:xfrm>
            <a:off x="4683960" y="191412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9" name="PlaceHolder 3"/>
          <p:cNvSpPr>
            <a:spLocks noGrp="1"/>
          </p:cNvSpPr>
          <p:nvPr>
            <p:ph type="title"/>
          </p:nvPr>
        </p:nvSpPr>
        <p:spPr>
          <a:xfrm>
            <a:off x="4683960" y="254016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0" name="PlaceHolder 4"/>
          <p:cNvSpPr>
            <a:spLocks noGrp="1"/>
          </p:cNvSpPr>
          <p:nvPr>
            <p:ph type="title"/>
          </p:nvPr>
        </p:nvSpPr>
        <p:spPr>
          <a:xfrm>
            <a:off x="4683960" y="316620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1" name="PlaceHolder 5"/>
          <p:cNvSpPr>
            <a:spLocks noGrp="1"/>
          </p:cNvSpPr>
          <p:nvPr>
            <p:ph type="title"/>
          </p:nvPr>
        </p:nvSpPr>
        <p:spPr>
          <a:xfrm>
            <a:off x="4683960" y="1290240"/>
            <a:ext cx="849240" cy="4183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2" name="PlaceHolder 6"/>
          <p:cNvSpPr>
            <a:spLocks noGrp="1"/>
          </p:cNvSpPr>
          <p:nvPr>
            <p:ph type="title"/>
          </p:nvPr>
        </p:nvSpPr>
        <p:spPr>
          <a:xfrm>
            <a:off x="4683960" y="379224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3" name="PlaceHolder 7"/>
          <p:cNvSpPr>
            <a:spLocks noGrp="1"/>
          </p:cNvSpPr>
          <p:nvPr>
            <p:ph type="title"/>
          </p:nvPr>
        </p:nvSpPr>
        <p:spPr>
          <a:xfrm>
            <a:off x="4683960" y="441828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4" name="PlaceHolder 8"/>
          <p:cNvSpPr>
            <a:spLocks noGrp="1"/>
          </p:cNvSpPr>
          <p:nvPr>
            <p:ph type="body"/>
          </p:nvPr>
        </p:nvSpPr>
        <p:spPr>
          <a:xfrm>
            <a:off x="-304920" y="228600"/>
            <a:ext cx="423108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pic>
        <p:nvPicPr>
          <p:cNvPr id="15" name="Google Shape;69;p14"/>
          <p:cNvPicPr/>
          <p:nvPr/>
        </p:nvPicPr>
        <p:blipFill>
          <a:blip r:embed="rId2"/>
          <a:stretch/>
        </p:blipFill>
        <p:spPr>
          <a:xfrm rot="10800000" flipH="1">
            <a:off x="0" y="0"/>
            <a:ext cx="9143640" cy="5142960"/>
          </a:xfrm>
          <a:prstGeom prst="rect">
            <a:avLst/>
          </a:prstGeom>
          <a:noFill/>
          <a:ln w="0">
            <a:noFill/>
          </a:ln>
        </p:spPr>
      </p:pic>
      <p:sp>
        <p:nvSpPr>
          <p:cNvPr id="16" name="PlaceHolder 1"/>
          <p:cNvSpPr>
            <a:spLocks noGrp="1"/>
          </p:cNvSpPr>
          <p:nvPr>
            <p:ph type="title"/>
          </p:nvPr>
        </p:nvSpPr>
        <p:spPr>
          <a:xfrm>
            <a:off x="228600" y="228600"/>
            <a:ext cx="8475120" cy="131112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18" name="Google Shape;73;p15"/>
          <p:cNvPicPr/>
          <p:nvPr/>
        </p:nvPicPr>
        <p:blipFill>
          <a:blip r:embed="rId2"/>
          <a:stretch/>
        </p:blipFill>
        <p:spPr>
          <a:xfrm rot="10800000">
            <a:off x="360" y="0"/>
            <a:ext cx="9143640" cy="5142960"/>
          </a:xfrm>
          <a:prstGeom prst="rect">
            <a:avLst/>
          </a:prstGeom>
          <a:noFill/>
          <a:ln w="0">
            <a:noFill/>
          </a:ln>
        </p:spPr>
      </p:pic>
      <p:sp>
        <p:nvSpPr>
          <p:cNvPr id="19" name="PlaceHolder 1"/>
          <p:cNvSpPr>
            <a:spLocks noGrp="1"/>
          </p:cNvSpPr>
          <p:nvPr>
            <p:ph type="title"/>
          </p:nvPr>
        </p:nvSpPr>
        <p:spPr>
          <a:xfrm>
            <a:off x="228600" y="228600"/>
            <a:ext cx="4835520" cy="17413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20" name="PlaceHolder 2"/>
          <p:cNvSpPr>
            <a:spLocks noGrp="1"/>
          </p:cNvSpPr>
          <p:nvPr>
            <p:ph type="body"/>
          </p:nvPr>
        </p:nvSpPr>
        <p:spPr>
          <a:xfrm>
            <a:off x="228600" y="1969920"/>
            <a:ext cx="4835520" cy="2442240"/>
          </a:xfrm>
          <a:prstGeom prst="rect">
            <a:avLst/>
          </a:prstGeom>
          <a:noFill/>
          <a:ln w="0">
            <a:noFill/>
          </a:ln>
        </p:spPr>
        <p:txBody>
          <a:bodyPr lIns="91440" tIns="91440" rIns="91440" bIns="91440" anchor="b">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21" name="PlaceHolder 3"/>
          <p:cNvSpPr>
            <a:spLocks noGrp="1"/>
          </p:cNvSpPr>
          <p:nvPr>
            <p:ph type="body"/>
          </p:nvPr>
        </p:nvSpPr>
        <p:spPr>
          <a:xfrm>
            <a:off x="5217480" y="228600"/>
            <a:ext cx="392652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pic>
        <p:nvPicPr>
          <p:cNvPr id="22" name="Google Shape;78;p16"/>
          <p:cNvPicPr/>
          <p:nvPr/>
        </p:nvPicPr>
        <p:blipFill>
          <a:blip r:embed="rId2"/>
          <a:stretch/>
        </p:blipFill>
        <p:spPr>
          <a:xfrm>
            <a:off x="0" y="0"/>
            <a:ext cx="9143640" cy="5142960"/>
          </a:xfrm>
          <a:prstGeom prst="rect">
            <a:avLst/>
          </a:prstGeom>
          <a:noFill/>
          <a:ln w="0">
            <a:noFill/>
          </a:ln>
        </p:spPr>
      </p:pic>
      <p:sp>
        <p:nvSpPr>
          <p:cNvPr id="23"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pic>
        <p:nvPicPr>
          <p:cNvPr id="24" name="Google Shape;81;p17"/>
          <p:cNvPicPr/>
          <p:nvPr/>
        </p:nvPicPr>
        <p:blipFill>
          <a:blip r:embed="rId2"/>
          <a:stretch/>
        </p:blipFill>
        <p:spPr>
          <a:xfrm flipH="1">
            <a:off x="360" y="0"/>
            <a:ext cx="9143640" cy="5142960"/>
          </a:xfrm>
          <a:prstGeom prst="rect">
            <a:avLst/>
          </a:prstGeom>
          <a:noFill/>
          <a:ln w="0">
            <a:noFill/>
          </a:ln>
        </p:spPr>
      </p:pic>
      <p:sp>
        <p:nvSpPr>
          <p:cNvPr id="25" name="PlaceHolder 1"/>
          <p:cNvSpPr>
            <a:spLocks noGrp="1"/>
          </p:cNvSpPr>
          <p:nvPr>
            <p:ph type="title"/>
          </p:nvPr>
        </p:nvSpPr>
        <p:spPr>
          <a:xfrm>
            <a:off x="3301200" y="1910880"/>
            <a:ext cx="678600" cy="492120"/>
          </a:xfrm>
          <a:prstGeom prst="rect">
            <a:avLst/>
          </a:prstGeom>
          <a:noFill/>
          <a:ln w="0">
            <a:noFill/>
          </a:ln>
        </p:spPr>
        <p:txBody>
          <a:bodyPr lIns="91440" tIns="91440" rIns="91440" bIns="91440" anchor="ctr">
            <a:noAutofit/>
          </a:bodyPr>
          <a:lstStyle/>
          <a:p>
            <a:pPr indent="0">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26" name="PlaceHolder 2"/>
          <p:cNvSpPr>
            <a:spLocks noGrp="1"/>
          </p:cNvSpPr>
          <p:nvPr>
            <p:ph type="title"/>
          </p:nvPr>
        </p:nvSpPr>
        <p:spPr>
          <a:xfrm>
            <a:off x="228600" y="1911240"/>
            <a:ext cx="677520" cy="492120"/>
          </a:xfrm>
          <a:prstGeom prst="rect">
            <a:avLst/>
          </a:prstGeom>
          <a:noFill/>
          <a:ln w="0">
            <a:noFill/>
          </a:ln>
        </p:spPr>
        <p:txBody>
          <a:bodyPr lIns="91440" tIns="91440" rIns="91440" bIns="91440" anchor="ctr">
            <a:noAutofit/>
          </a:bodyPr>
          <a:lstStyle/>
          <a:p>
            <a:pPr indent="0">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27" name="PlaceHolder 3"/>
          <p:cNvSpPr>
            <a:spLocks noGrp="1"/>
          </p:cNvSpPr>
          <p:nvPr>
            <p:ph type="title"/>
          </p:nvPr>
        </p:nvSpPr>
        <p:spPr>
          <a:xfrm>
            <a:off x="6375240" y="1911240"/>
            <a:ext cx="678600" cy="492120"/>
          </a:xfrm>
          <a:prstGeom prst="rect">
            <a:avLst/>
          </a:prstGeom>
          <a:noFill/>
          <a:ln w="0">
            <a:noFill/>
          </a:ln>
        </p:spPr>
        <p:txBody>
          <a:bodyPr lIns="91440" tIns="91440" rIns="91440" bIns="91440" anchor="ctr">
            <a:noAutofit/>
          </a:bodyPr>
          <a:lstStyle/>
          <a:p>
            <a:pPr indent="0">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28" name="PlaceHolder 4"/>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pic>
        <p:nvPicPr>
          <p:cNvPr id="29" name="Google Shape;90;p18"/>
          <p:cNvPicPr/>
          <p:nvPr/>
        </p:nvPicPr>
        <p:blipFill>
          <a:blip r:embed="rId2"/>
          <a:stretch/>
        </p:blipFill>
        <p:spPr>
          <a:xfrm rot="10800000">
            <a:off x="360" y="0"/>
            <a:ext cx="9143640" cy="5142960"/>
          </a:xfrm>
          <a:prstGeom prst="rect">
            <a:avLst/>
          </a:prstGeom>
          <a:noFill/>
          <a:ln w="0">
            <a:noFill/>
          </a:ln>
        </p:spPr>
      </p:pic>
      <p:sp>
        <p:nvSpPr>
          <p:cNvPr id="30"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31" name="PlaceHolder 1"/>
          <p:cNvSpPr>
            <a:spLocks noGrp="1"/>
          </p:cNvSpPr>
          <p:nvPr>
            <p:ph type="body"/>
          </p:nvPr>
        </p:nvSpPr>
        <p:spPr>
          <a:xfrm>
            <a:off x="36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2" name="PlaceHolder 2"/>
          <p:cNvSpPr>
            <a:spLocks noGrp="1"/>
          </p:cNvSpPr>
          <p:nvPr>
            <p:ph type="title"/>
          </p:nvPr>
        </p:nvSpPr>
        <p:spPr>
          <a:xfrm>
            <a:off x="228600" y="477000"/>
            <a:ext cx="5447520" cy="876960"/>
          </a:xfrm>
          <a:prstGeom prst="rect">
            <a:avLst/>
          </a:prstGeom>
          <a:noFill/>
          <a:ln w="0">
            <a:noFill/>
          </a:ln>
        </p:spPr>
        <p:txBody>
          <a:bodyPr lIns="91440" tIns="91440" rIns="91440" bIns="91440" anchor="b">
            <a:noAutofit/>
          </a:bodyPr>
          <a:lstStyle/>
          <a:p>
            <a:pPr indent="0">
              <a:lnSpc>
                <a:spcPct val="100000"/>
              </a:lnSpc>
              <a:buNone/>
            </a:pPr>
            <a:r>
              <a:rPr lang="fr-FR" sz="4500" b="1" u="none" strike="noStrike">
                <a:solidFill>
                  <a:schemeClr val="dk1"/>
                </a:solidFill>
                <a:effectLst/>
                <a:uFillTx/>
                <a:latin typeface="Sora"/>
                <a:ea typeface="Sora"/>
              </a:rPr>
              <a:t>xx%</a:t>
            </a:r>
            <a:endParaRPr lang="fr-FR" sz="4500" b="0" u="none" strike="noStrike">
              <a:solidFill>
                <a:schemeClr val="dk1"/>
              </a:solidFill>
              <a:effectLst/>
              <a:uFillTx/>
              <a:latin typeface="Arial"/>
            </a:endParaRPr>
          </a:p>
        </p:txBody>
      </p:sp>
      <p:sp>
        <p:nvSpPr>
          <p:cNvPr id="33" name="PlaceHolder 3"/>
          <p:cNvSpPr>
            <a:spLocks noGrp="1"/>
          </p:cNvSpPr>
          <p:nvPr>
            <p:ph type="title"/>
          </p:nvPr>
        </p:nvSpPr>
        <p:spPr>
          <a:xfrm>
            <a:off x="228600" y="2593440"/>
            <a:ext cx="5447520" cy="876960"/>
          </a:xfrm>
          <a:prstGeom prst="rect">
            <a:avLst/>
          </a:prstGeom>
          <a:noFill/>
          <a:ln w="0">
            <a:noFill/>
          </a:ln>
        </p:spPr>
        <p:txBody>
          <a:bodyPr lIns="91440" tIns="91440" rIns="91440" bIns="91440" anchor="b">
            <a:noAutofit/>
          </a:bodyPr>
          <a:lstStyle/>
          <a:p>
            <a:pPr indent="0">
              <a:lnSpc>
                <a:spcPct val="100000"/>
              </a:lnSpc>
              <a:buNone/>
            </a:pPr>
            <a:r>
              <a:rPr lang="fr-FR" sz="4500" b="1" u="none" strike="noStrike">
                <a:solidFill>
                  <a:schemeClr val="dk1"/>
                </a:solidFill>
                <a:effectLst/>
                <a:uFillTx/>
                <a:latin typeface="Sora"/>
                <a:ea typeface="Sora"/>
              </a:rPr>
              <a:t>xx%</a:t>
            </a:r>
            <a:endParaRPr lang="fr-FR" sz="4500" b="0" u="none" strike="noStrike">
              <a:solidFill>
                <a:schemeClr val="dk1"/>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34" name="Google Shape;111;p20"/>
          <p:cNvPicPr/>
          <p:nvPr/>
        </p:nvPicPr>
        <p:blipFill>
          <a:blip r:embed="rId2"/>
          <a:stretch/>
        </p:blipFill>
        <p:spPr>
          <a:xfrm rot="10800000">
            <a:off x="360" y="0"/>
            <a:ext cx="9143640" cy="5142960"/>
          </a:xfrm>
          <a:prstGeom prst="rect">
            <a:avLst/>
          </a:prstGeom>
          <a:noFill/>
          <a:ln w="0">
            <a:noFill/>
          </a:ln>
        </p:spPr>
      </p:pic>
      <p:sp>
        <p:nvSpPr>
          <p:cNvPr id="35" name="Google Shape;112;p20"/>
          <p:cNvSpPr/>
          <p:nvPr/>
        </p:nvSpPr>
        <p:spPr>
          <a:xfrm>
            <a:off x="228600" y="3283560"/>
            <a:ext cx="4945320" cy="492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000" b="1" u="none" strike="noStrike">
                <a:solidFill>
                  <a:schemeClr val="dk1"/>
                </a:solidFill>
                <a:effectLst/>
                <a:uFillTx/>
                <a:latin typeface="Public Sans"/>
                <a:ea typeface="Public Sans"/>
              </a:rPr>
              <a:t>CREDITS:</a:t>
            </a:r>
            <a:r>
              <a:rPr lang="en" sz="1000" b="0" u="none" strike="noStrike">
                <a:solidFill>
                  <a:schemeClr val="dk1"/>
                </a:solidFill>
                <a:effectLst/>
                <a:uFillTx/>
                <a:latin typeface="Public Sans"/>
                <a:ea typeface="Public Sans"/>
              </a:rPr>
              <a:t> This presentation template was created by </a:t>
            </a:r>
            <a:r>
              <a:rPr lang="en" sz="1000" b="1" u="sng" strike="noStrike">
                <a:solidFill>
                  <a:schemeClr val="dk1"/>
                </a:solidFill>
                <a:effectLst/>
                <a:uFillTx/>
                <a:latin typeface="Public Sans"/>
                <a:ea typeface="Public Sans"/>
                <a:hlinkClick r:id="rId3"/>
              </a:rPr>
              <a:t>Slidesgo</a:t>
            </a:r>
            <a:r>
              <a:rPr lang="en" sz="1000" b="0" u="none" strike="noStrike">
                <a:solidFill>
                  <a:schemeClr val="dk1"/>
                </a:solidFill>
                <a:effectLst/>
                <a:uFillTx/>
                <a:latin typeface="Public Sans"/>
                <a:ea typeface="Public Sans"/>
              </a:rPr>
              <a:t>, and includes icons, infographics &amp; images by </a:t>
            </a:r>
            <a:r>
              <a:rPr lang="en" sz="1000" b="1" u="sng" strike="noStrike">
                <a:solidFill>
                  <a:schemeClr val="dk1"/>
                </a:solidFill>
                <a:effectLst/>
                <a:uFillTx/>
                <a:latin typeface="Public Sans"/>
                <a:ea typeface="Public Sans"/>
                <a:hlinkClick r:id="rId4"/>
              </a:rPr>
              <a:t>Freepik</a:t>
            </a:r>
            <a:r>
              <a:rPr lang="en" sz="1000" b="0" u="none" strike="noStrike">
                <a:solidFill>
                  <a:schemeClr val="dk1"/>
                </a:solidFill>
                <a:effectLst/>
                <a:uFillTx/>
                <a:latin typeface="Public Sans"/>
                <a:ea typeface="Public Sans"/>
              </a:rPr>
              <a:t> </a:t>
            </a:r>
            <a:endParaRPr lang="en-US" sz="1000" b="0" u="none" strike="noStrike">
              <a:solidFill>
                <a:srgbClr val="000000"/>
              </a:solidFill>
              <a:effectLst/>
              <a:uFillTx/>
              <a:latin typeface="OpenSymbol"/>
            </a:endParaRPr>
          </a:p>
        </p:txBody>
      </p:sp>
      <p:sp>
        <p:nvSpPr>
          <p:cNvPr id="36" name="PlaceHolder 1"/>
          <p:cNvSpPr>
            <a:spLocks noGrp="1"/>
          </p:cNvSpPr>
          <p:nvPr>
            <p:ph type="title"/>
          </p:nvPr>
        </p:nvSpPr>
        <p:spPr>
          <a:xfrm>
            <a:off x="228600" y="228600"/>
            <a:ext cx="6562080" cy="984960"/>
          </a:xfrm>
          <a:prstGeom prst="rect">
            <a:avLst/>
          </a:prstGeom>
          <a:noFill/>
          <a:ln w="0">
            <a:noFill/>
          </a:ln>
        </p:spPr>
        <p:txBody>
          <a:bodyPr lIns="91440" tIns="91440" rIns="91440" bIns="91440" anchor="b">
            <a:noAutofit/>
          </a:bodyPr>
          <a:lstStyle/>
          <a:p>
            <a:pPr indent="0">
              <a:buNone/>
            </a:pPr>
            <a:r>
              <a:rPr lang="fr-FR" sz="5200" b="0" u="none" strike="noStrike">
                <a:solidFill>
                  <a:schemeClr val="dk1"/>
                </a:solidFill>
                <a:effectLst/>
                <a:uFillTx/>
                <a:latin typeface="Arial"/>
              </a:rPr>
              <a:t>Click to edit the title text format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37"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8" name="PlaceHolder 2"/>
          <p:cNvSpPr>
            <a:spLocks noGrp="1"/>
          </p:cNvSpPr>
          <p:nvPr>
            <p:ph type="title"/>
          </p:nvPr>
        </p:nvSpPr>
        <p:spPr>
          <a:xfrm>
            <a:off x="1248840" y="380880"/>
            <a:ext cx="5471640" cy="79992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39" name="PlaceHolder 3"/>
          <p:cNvSpPr>
            <a:spLocks noGrp="1"/>
          </p:cNvSpPr>
          <p:nvPr>
            <p:ph type="title"/>
          </p:nvPr>
        </p:nvSpPr>
        <p:spPr>
          <a:xfrm>
            <a:off x="228600" y="421920"/>
            <a:ext cx="1019880" cy="718200"/>
          </a:xfrm>
          <a:prstGeom prst="rect">
            <a:avLst/>
          </a:prstGeom>
          <a:noFill/>
          <a:ln w="0">
            <a:noFill/>
          </a:ln>
        </p:spPr>
        <p:txBody>
          <a:bodyPr lIns="91440" tIns="91440" rIns="91440" bIns="91440" anchor="ctr">
            <a:noAutofit/>
          </a:bodyPr>
          <a:lstStyle/>
          <a:p>
            <a:pPr indent="0" algn="ctr">
              <a:lnSpc>
                <a:spcPct val="100000"/>
              </a:lnSpc>
              <a:buNone/>
            </a:pPr>
            <a:r>
              <a:rPr lang="fr-FR" sz="4400" b="1" u="none" strike="noStrike">
                <a:solidFill>
                  <a:schemeClr val="dk1"/>
                </a:solidFill>
                <a:effectLst/>
                <a:uFillTx/>
                <a:latin typeface="Sora"/>
                <a:ea typeface="Sora"/>
              </a:rPr>
              <a:t>xx%</a:t>
            </a:r>
            <a:endParaRPr lang="fr-FR" sz="44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pic>
        <p:nvPicPr>
          <p:cNvPr id="40" name="Google Shape;116;p21"/>
          <p:cNvPicPr/>
          <p:nvPr/>
        </p:nvPicPr>
        <p:blipFill>
          <a:blip r:embed="rId2"/>
          <a:srcRect t="5214" b="5202"/>
          <a:stretch/>
        </p:blipFill>
        <p:spPr>
          <a:xfrm>
            <a:off x="0" y="0"/>
            <a:ext cx="9143640" cy="5142960"/>
          </a:xfrm>
          <a:prstGeom prst="rect">
            <a:avLst/>
          </a:prstGeom>
          <a:noFill/>
          <a:ln w="0">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pic>
        <p:nvPicPr>
          <p:cNvPr id="41" name="Google Shape;118;p22"/>
          <p:cNvPicPr/>
          <p:nvPr/>
        </p:nvPicPr>
        <p:blipFill>
          <a:blip r:embed="rId2"/>
          <a:srcRect t="5214" b="5202"/>
          <a:stretch/>
        </p:blipFill>
        <p:spPr>
          <a:xfrm>
            <a:off x="0" y="0"/>
            <a:ext cx="9143640" cy="5142960"/>
          </a:xfrm>
          <a:prstGeom prst="rect">
            <a:avLst/>
          </a:prstGeom>
          <a:noFill/>
          <a:ln w="0">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42" name="Google Shape;17;p4"/>
          <p:cNvPicPr/>
          <p:nvPr/>
        </p:nvPicPr>
        <p:blipFill>
          <a:blip r:embed="rId2"/>
          <a:stretch/>
        </p:blipFill>
        <p:spPr>
          <a:xfrm>
            <a:off x="0" y="0"/>
            <a:ext cx="9143640" cy="5142960"/>
          </a:xfrm>
          <a:prstGeom prst="rect">
            <a:avLst/>
          </a:prstGeom>
          <a:noFill/>
          <a:ln w="0">
            <a:noFill/>
          </a:ln>
        </p:spPr>
      </p:pic>
      <p:sp>
        <p:nvSpPr>
          <p:cNvPr id="43"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4" name="PlaceHolder 2"/>
          <p:cNvSpPr>
            <a:spLocks noGrp="1"/>
          </p:cNvSpPr>
          <p:nvPr>
            <p:ph type="body"/>
          </p:nvPr>
        </p:nvSpPr>
        <p:spPr>
          <a:xfrm>
            <a:off x="228600" y="3999600"/>
            <a:ext cx="2020320" cy="7387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45" name="Google Shape;21;p5"/>
          <p:cNvPicPr/>
          <p:nvPr/>
        </p:nvPicPr>
        <p:blipFill>
          <a:blip r:embed="rId2"/>
          <a:stretch/>
        </p:blipFill>
        <p:spPr>
          <a:xfrm>
            <a:off x="0" y="0"/>
            <a:ext cx="9143640" cy="5142960"/>
          </a:xfrm>
          <a:prstGeom prst="rect">
            <a:avLst/>
          </a:prstGeom>
          <a:noFill/>
          <a:ln w="0">
            <a:noFill/>
          </a:ln>
        </p:spPr>
      </p:pic>
      <p:sp>
        <p:nvSpPr>
          <p:cNvPr id="46"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7" name="PlaceHolder 2"/>
          <p:cNvSpPr>
            <a:spLocks noGrp="1"/>
          </p:cNvSpPr>
          <p:nvPr>
            <p:ph type="body"/>
          </p:nvPr>
        </p:nvSpPr>
        <p:spPr>
          <a:xfrm>
            <a:off x="5217480" y="228600"/>
            <a:ext cx="423108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48" name="Google Shape;29;p6"/>
          <p:cNvPicPr/>
          <p:nvPr/>
        </p:nvPicPr>
        <p:blipFill>
          <a:blip r:embed="rId2"/>
          <a:stretch/>
        </p:blipFill>
        <p:spPr>
          <a:xfrm rot="10800000" flipH="1">
            <a:off x="0" y="0"/>
            <a:ext cx="9143640" cy="5142960"/>
          </a:xfrm>
          <a:prstGeom prst="rect">
            <a:avLst/>
          </a:prstGeom>
          <a:noFill/>
          <a:ln w="0">
            <a:noFill/>
          </a:ln>
        </p:spPr>
      </p:pic>
      <p:sp>
        <p:nvSpPr>
          <p:cNvPr id="49"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50" name="Google Shape;32;p7"/>
          <p:cNvPicPr/>
          <p:nvPr/>
        </p:nvPicPr>
        <p:blipFill>
          <a:blip r:embed="rId2"/>
          <a:stretch/>
        </p:blipFill>
        <p:spPr>
          <a:xfrm>
            <a:off x="0" y="0"/>
            <a:ext cx="9143640" cy="5142960"/>
          </a:xfrm>
          <a:prstGeom prst="rect">
            <a:avLst/>
          </a:prstGeom>
          <a:noFill/>
          <a:ln w="0">
            <a:noFill/>
          </a:ln>
        </p:spPr>
      </p:pic>
      <p:sp>
        <p:nvSpPr>
          <p:cNvPr id="51" name="PlaceHolder 1"/>
          <p:cNvSpPr>
            <a:spLocks noGrp="1"/>
          </p:cNvSpPr>
          <p:nvPr>
            <p:ph type="title"/>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52" name="PlaceHolder 2"/>
          <p:cNvSpPr>
            <a:spLocks noGrp="1"/>
          </p:cNvSpPr>
          <p:nvPr>
            <p:ph type="body"/>
          </p:nvPr>
        </p:nvSpPr>
        <p:spPr>
          <a:xfrm>
            <a:off x="1609560" y="2066040"/>
            <a:ext cx="3823920" cy="25322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53"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54" name="Google Shape;37;p8"/>
          <p:cNvPicPr/>
          <p:nvPr/>
        </p:nvPicPr>
        <p:blipFill>
          <a:blip r:embed="rId2"/>
          <a:stretch/>
        </p:blipFill>
        <p:spPr>
          <a:xfrm rot="10800000" flipH="1">
            <a:off x="0" y="0"/>
            <a:ext cx="9143640" cy="5142960"/>
          </a:xfrm>
          <a:prstGeom prst="rect">
            <a:avLst/>
          </a:prstGeom>
          <a:noFill/>
          <a:ln w="0">
            <a:noFill/>
          </a:ln>
        </p:spPr>
      </p:pic>
      <p:sp>
        <p:nvSpPr>
          <p:cNvPr id="55"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56" name="Google Shape;40;p9"/>
          <p:cNvPicPr/>
          <p:nvPr/>
        </p:nvPicPr>
        <p:blipFill>
          <a:blip r:embed="rId2"/>
          <a:stretch/>
        </p:blipFill>
        <p:spPr>
          <a:xfrm flipH="1">
            <a:off x="360" y="0"/>
            <a:ext cx="9143640" cy="5142960"/>
          </a:xfrm>
          <a:prstGeom prst="rect">
            <a:avLst/>
          </a:prstGeom>
          <a:noFill/>
          <a:ln w="0">
            <a:noFill/>
          </a:ln>
        </p:spPr>
      </p:pic>
      <p:sp>
        <p:nvSpPr>
          <p:cNvPr id="5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58"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9" name="PlaceHolder 2"/>
          <p:cNvSpPr>
            <a:spLocks noGrp="1"/>
          </p:cNvSpPr>
          <p:nvPr>
            <p:ph type="title"/>
          </p:nvPr>
        </p:nvSpPr>
        <p:spPr>
          <a:xfrm>
            <a:off x="228600" y="228600"/>
            <a:ext cx="2669400" cy="338400"/>
          </a:xfrm>
          <a:prstGeom prst="rect">
            <a:avLst/>
          </a:prstGeom>
          <a:noFill/>
          <a:ln w="0">
            <a:noFill/>
          </a:ln>
        </p:spPr>
        <p:txBody>
          <a:bodyPr lIns="91440" tIns="91440" rIns="91440" bIns="91440" anchor="t">
            <a:noAutofit/>
          </a:bodyPr>
          <a:lstStyle/>
          <a:p>
            <a:pPr indent="0">
              <a:buNone/>
            </a:pPr>
            <a:r>
              <a:rPr lang="fr-FR" sz="10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60" name="Google Shape;124;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1"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62" name="Google Shape;127;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3"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64"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Google Shape;134;p27"/>
          <p:cNvPicPr/>
          <p:nvPr/>
        </p:nvPicPr>
        <p:blipFill>
          <a:blip r:embed="rId2"/>
          <a:stretch/>
        </p:blipFill>
        <p:spPr>
          <a:xfrm flipH="1">
            <a:off x="360" y="0"/>
            <a:ext cx="9143640" cy="5142960"/>
          </a:xfrm>
          <a:prstGeom prst="rect">
            <a:avLst/>
          </a:prstGeom>
          <a:noFill/>
          <a:ln w="0">
            <a:noFill/>
          </a:ln>
        </p:spPr>
      </p:pic>
      <p:grpSp>
        <p:nvGrpSpPr>
          <p:cNvPr id="66" name="Google Shape;135;p27"/>
          <p:cNvGrpSpPr/>
          <p:nvPr/>
        </p:nvGrpSpPr>
        <p:grpSpPr>
          <a:xfrm>
            <a:off x="126000" y="3843000"/>
            <a:ext cx="2587320" cy="1300320"/>
            <a:chOff x="126000" y="3843000"/>
            <a:chExt cx="2587320" cy="1300320"/>
          </a:xfrm>
        </p:grpSpPr>
        <p:sp>
          <p:nvSpPr>
            <p:cNvPr id="67" name="Google Shape;136;p27"/>
            <p:cNvSpPr/>
            <p:nvPr/>
          </p:nvSpPr>
          <p:spPr>
            <a:xfrm>
              <a:off x="126000" y="3843000"/>
              <a:ext cx="2587320" cy="1300320"/>
            </a:xfrm>
            <a:prstGeom prst="round2SameRect">
              <a:avLst>
                <a:gd name="adj1" fmla="val 25836"/>
                <a:gd name="adj2" fmla="val 0"/>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8" name="Google Shape;137;p27"/>
            <p:cNvSpPr/>
            <p:nvPr/>
          </p:nvSpPr>
          <p:spPr>
            <a:xfrm>
              <a:off x="126000" y="3843000"/>
              <a:ext cx="2587320" cy="1300320"/>
            </a:xfrm>
            <a:prstGeom prst="round2SameRect">
              <a:avLst>
                <a:gd name="adj1" fmla="val 25836"/>
                <a:gd name="adj2" fmla="val 0"/>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9" name="Google Shape;138;p27"/>
          <p:cNvGrpSpPr/>
          <p:nvPr/>
        </p:nvGrpSpPr>
        <p:grpSpPr>
          <a:xfrm>
            <a:off x="-553320" y="270720"/>
            <a:ext cx="9278280" cy="1300320"/>
            <a:chOff x="-553320" y="270720"/>
            <a:chExt cx="9278280" cy="1300320"/>
          </a:xfrm>
        </p:grpSpPr>
        <p:sp>
          <p:nvSpPr>
            <p:cNvPr id="70" name="Google Shape;139;p27"/>
            <p:cNvSpPr/>
            <p:nvPr/>
          </p:nvSpPr>
          <p:spPr>
            <a:xfrm>
              <a:off x="-553320" y="270720"/>
              <a:ext cx="9278280" cy="1300320"/>
            </a:xfrm>
            <a:prstGeom prst="roundRect">
              <a:avLst>
                <a:gd name="adj" fmla="val 43641"/>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1" name="Google Shape;140;p27"/>
            <p:cNvSpPr/>
            <p:nvPr/>
          </p:nvSpPr>
          <p:spPr>
            <a:xfrm>
              <a:off x="-343800" y="465480"/>
              <a:ext cx="207720" cy="2077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73440" bIns="73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2" name="PlaceHolder 1"/>
          <p:cNvSpPr>
            <a:spLocks noGrp="1"/>
          </p:cNvSpPr>
          <p:nvPr>
            <p:ph type="title"/>
          </p:nvPr>
        </p:nvSpPr>
        <p:spPr>
          <a:xfrm>
            <a:off x="228600" y="428760"/>
            <a:ext cx="6219360" cy="980640"/>
          </a:xfrm>
          <a:prstGeom prst="rect">
            <a:avLst/>
          </a:prstGeom>
          <a:noFill/>
          <a:ln w="0">
            <a:noFill/>
          </a:ln>
          <a:effectLst>
            <a:outerShdw blurRad="57240" dist="19080" dir="5400000" rotWithShape="0">
              <a:srgbClr val="FFFFFF">
                <a:alpha val="5000"/>
              </a:srgbClr>
            </a:outerShdw>
          </a:effectLst>
        </p:spPr>
        <p:txBody>
          <a:bodyPr lIns="91440" tIns="91440" rIns="91440" bIns="91440" anchor="ctr">
            <a:normAutofit/>
          </a:bodyPr>
          <a:lstStyle/>
          <a:p>
            <a:pPr indent="0">
              <a:lnSpc>
                <a:spcPct val="100000"/>
              </a:lnSpc>
              <a:buNone/>
              <a:tabLst>
                <a:tab pos="0" algn="l"/>
              </a:tabLst>
            </a:pPr>
            <a:r>
              <a:rPr lang="en-US" sz="4700" b="1" u="none" strike="noStrike">
                <a:solidFill>
                  <a:schemeClr val="dk1"/>
                </a:solidFill>
                <a:effectLst/>
                <a:uFillTx/>
                <a:latin typeface="Sora"/>
                <a:ea typeface="Sora"/>
              </a:rPr>
              <a:t>AI Startup</a:t>
            </a:r>
            <a:endParaRPr lang="fr-FR" sz="4700" b="0" u="none" strike="noStrike">
              <a:solidFill>
                <a:schemeClr val="dk1"/>
              </a:solidFill>
              <a:effectLst/>
              <a:uFillTx/>
              <a:latin typeface="Arial"/>
            </a:endParaRPr>
          </a:p>
        </p:txBody>
      </p:sp>
      <p:sp>
        <p:nvSpPr>
          <p:cNvPr id="73" name="PlaceHolder 2"/>
          <p:cNvSpPr>
            <a:spLocks noGrp="1"/>
          </p:cNvSpPr>
          <p:nvPr>
            <p:ph type="subTitle"/>
          </p:nvPr>
        </p:nvSpPr>
        <p:spPr>
          <a:xfrm>
            <a:off x="304920" y="3933720"/>
            <a:ext cx="2228400" cy="980640"/>
          </a:xfrm>
          <a:prstGeom prst="rect">
            <a:avLst/>
          </a:prstGeom>
          <a:noFill/>
          <a:ln w="0">
            <a:noFill/>
          </a:ln>
        </p:spPr>
        <p:txBody>
          <a:bodyPr lIns="91440" tIns="91440" rIns="91440" bIns="91440" anchor="b">
            <a:normAutofit fontScale="92500"/>
          </a:bodyPr>
          <a:lstStyle/>
          <a:p>
            <a:pPr indent="0" algn="ctr">
              <a:lnSpc>
                <a:spcPct val="100000"/>
              </a:lnSpc>
              <a:buNone/>
              <a:tabLst>
                <a:tab pos="0" algn="l"/>
              </a:tabLst>
            </a:pPr>
            <a:r>
              <a:rPr lang="en-US" sz="1600" b="0" u="none" strike="noStrike">
                <a:solidFill>
                  <a:schemeClr val="dk1"/>
                </a:solidFill>
                <a:effectLst/>
                <a:uFillTx/>
                <a:latin typeface="Public Sans"/>
                <a:ea typeface="Public Sans"/>
              </a:rPr>
              <a:t>Validated ideas and execution plan to win the hackathon judges</a:t>
            </a:r>
            <a:endParaRPr lang="en-US" sz="1600" b="0" u="none" strike="noStrike">
              <a:solidFill>
                <a:srgbClr val="000000"/>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Google Shape;174;p30" title="freepik__adjust__92215.jpeg"/>
          <p:cNvSpPr/>
          <p:nvPr/>
        </p:nvSpPr>
        <p:spPr>
          <a:xfrm>
            <a:off x="5217480" y="228600"/>
            <a:ext cx="3926520" cy="4686120"/>
          </a:xfrm>
          <a:prstGeom prst="roundRect">
            <a:avLst>
              <a:gd name="adj" fmla="val 8045"/>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75" name="PlaceHolder 1"/>
          <p:cNvSpPr>
            <a:spLocks noGrp="1"/>
          </p:cNvSpPr>
          <p:nvPr>
            <p:ph type="title"/>
          </p:nvPr>
        </p:nvSpPr>
        <p:spPr>
          <a:xfrm>
            <a:off x="228600" y="228600"/>
            <a:ext cx="4838400" cy="17427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a:solidFill>
                  <a:schemeClr val="dk1"/>
                </a:solidFill>
                <a:effectLst/>
                <a:uFillTx/>
                <a:latin typeface="Sora"/>
                <a:ea typeface="Sora"/>
              </a:rPr>
              <a:t>Introduction</a:t>
            </a:r>
            <a:endParaRPr lang="fr-FR" sz="2600" b="0" u="none" strike="noStrike">
              <a:solidFill>
                <a:schemeClr val="dk1"/>
              </a:solidFill>
              <a:effectLst/>
              <a:uFillTx/>
              <a:latin typeface="Arial"/>
            </a:endParaRPr>
          </a:p>
        </p:txBody>
      </p:sp>
      <p:sp>
        <p:nvSpPr>
          <p:cNvPr id="76" name="PlaceHolder 2"/>
          <p:cNvSpPr>
            <a:spLocks noGrp="1"/>
          </p:cNvSpPr>
          <p:nvPr>
            <p:ph/>
          </p:nvPr>
        </p:nvSpPr>
        <p:spPr>
          <a:xfrm>
            <a:off x="166254" y="734291"/>
            <a:ext cx="4838400" cy="3876240"/>
          </a:xfrm>
          <a:prstGeom prst="rect">
            <a:avLst/>
          </a:prstGeom>
          <a:noFill/>
          <a:ln w="0">
            <a:noFill/>
          </a:ln>
        </p:spPr>
        <p:txBody>
          <a:bodyPr lIns="91440" tIns="91440" rIns="91440" bIns="91440" anchor="b">
            <a:normAutofit fontScale="92500" lnSpcReduction="10000"/>
          </a:bodyPr>
          <a:lstStyle/>
          <a:p>
            <a:r>
              <a:rPr lang="en-US" sz="1500" dirty="0" smtClean="0"/>
              <a:t>In today’s fast-growing startup ecosystem, having an idea is not enough. Many people struggle to evaluate whether their idea is actually viable or not. Our project, the AI-Powered Startup Idea Generator and Validation System, helps users </a:t>
            </a:r>
            <a:r>
              <a:rPr lang="en-US" sz="1500" dirty="0" err="1" smtClean="0"/>
              <a:t>analyse</a:t>
            </a:r>
            <a:r>
              <a:rPr lang="en-US" sz="1500" dirty="0" smtClean="0"/>
              <a:t> and refine their ideas using advanced techniques. It provides structured insights like SWOT analysis, feasibility score, and recommendations, making the innovation process easier and faster.”</a:t>
            </a:r>
          </a:p>
          <a:p>
            <a:endParaRPr lang="en-US" sz="1500" dirty="0" smtClean="0"/>
          </a:p>
          <a:p>
            <a:r>
              <a:rPr lang="en-IN" sz="1400" b="1" dirty="0" smtClean="0"/>
              <a:t>AI-Powered </a:t>
            </a:r>
            <a:r>
              <a:rPr lang="en-IN" sz="1400" b="1" dirty="0" err="1" smtClean="0"/>
              <a:t>Startup</a:t>
            </a:r>
            <a:r>
              <a:rPr lang="en-IN" sz="1400" b="1" dirty="0" smtClean="0"/>
              <a:t> Idea Generator &amp; Validation System</a:t>
            </a:r>
          </a:p>
          <a:p>
            <a:endParaRPr lang="en-IN" sz="1400" dirty="0" smtClean="0"/>
          </a:p>
          <a:p>
            <a:r>
              <a:rPr lang="en-IN" sz="1400" dirty="0" smtClean="0"/>
              <a:t>A smart platform that helps users transform raw ideas into structured </a:t>
            </a:r>
            <a:r>
              <a:rPr lang="en-IN" sz="1400" dirty="0" err="1" smtClean="0"/>
              <a:t>startup</a:t>
            </a:r>
            <a:r>
              <a:rPr lang="en-IN" sz="1400" dirty="0" smtClean="0"/>
              <a:t> concepts</a:t>
            </a:r>
          </a:p>
          <a:p>
            <a:r>
              <a:rPr lang="en-IN" sz="1400" dirty="0" smtClean="0"/>
              <a:t> </a:t>
            </a:r>
          </a:p>
          <a:p>
            <a:r>
              <a:rPr lang="en-IN" sz="1400" dirty="0" smtClean="0"/>
              <a:t>Uses intelligent analysis to evaluate feasibility, market potential, and risks </a:t>
            </a:r>
          </a:p>
          <a:p>
            <a:endParaRPr lang="en-IN" sz="1400" dirty="0" smtClean="0"/>
          </a:p>
          <a:p>
            <a:r>
              <a:rPr lang="en-IN" sz="1400" dirty="0" smtClean="0"/>
              <a:t>Provides automated insights such as SWOT analysis, scoring, and recommendations </a:t>
            </a:r>
          </a:p>
          <a:p>
            <a:endParaRPr lang="en-IN" sz="1400" dirty="0" smtClean="0"/>
          </a:p>
          <a:p>
            <a:r>
              <a:rPr lang="en-IN" sz="1400" dirty="0" smtClean="0"/>
              <a:t>Designed to support students, innovators, and entrepreneurs in decision-making </a:t>
            </a:r>
            <a:endParaRPr lang="en-IN" sz="1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Google Shape;181;p31"/>
          <p:cNvPicPr/>
          <p:nvPr/>
        </p:nvPicPr>
        <p:blipFill>
          <a:blip r:embed="rId2"/>
          <a:stretch/>
        </p:blipFill>
        <p:spPr>
          <a:xfrm>
            <a:off x="0" y="0"/>
            <a:ext cx="9143640" cy="5142960"/>
          </a:xfrm>
          <a:prstGeom prst="rect">
            <a:avLst/>
          </a:prstGeom>
          <a:noFill/>
          <a:ln w="0">
            <a:noFill/>
          </a:ln>
        </p:spPr>
      </p:pic>
      <p:grpSp>
        <p:nvGrpSpPr>
          <p:cNvPr id="78" name="Google Shape;182;p31"/>
          <p:cNvGrpSpPr/>
          <p:nvPr/>
        </p:nvGrpSpPr>
        <p:grpSpPr>
          <a:xfrm>
            <a:off x="-553320" y="130680"/>
            <a:ext cx="9278280" cy="1300320"/>
            <a:chOff x="-553320" y="130680"/>
            <a:chExt cx="9278280" cy="1300320"/>
          </a:xfrm>
        </p:grpSpPr>
        <p:sp>
          <p:nvSpPr>
            <p:cNvPr id="79" name="Google Shape;183;p31"/>
            <p:cNvSpPr/>
            <p:nvPr/>
          </p:nvSpPr>
          <p:spPr>
            <a:xfrm>
              <a:off x="-553320" y="130680"/>
              <a:ext cx="9278280" cy="1300320"/>
            </a:xfrm>
            <a:prstGeom prst="roundRect">
              <a:avLst>
                <a:gd name="adj" fmla="val 43641"/>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80" name="Google Shape;184;p31"/>
            <p:cNvSpPr/>
            <p:nvPr/>
          </p:nvSpPr>
          <p:spPr>
            <a:xfrm>
              <a:off x="-343800" y="465480"/>
              <a:ext cx="207720" cy="2077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73440" bIns="73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81" name="PlaceHolder 1"/>
          <p:cNvSpPr>
            <a:spLocks noGrp="1"/>
          </p:cNvSpPr>
          <p:nvPr>
            <p:ph type="title"/>
          </p:nvPr>
        </p:nvSpPr>
        <p:spPr>
          <a:xfrm>
            <a:off x="1247760" y="380880"/>
            <a:ext cx="5466960" cy="799920"/>
          </a:xfrm>
          <a:prstGeom prst="rect">
            <a:avLst/>
          </a:prstGeom>
          <a:noFill/>
          <a:ln w="0">
            <a:noFill/>
          </a:ln>
        </p:spPr>
        <p:txBody>
          <a:bodyPr lIns="91440" tIns="91440" rIns="91440" bIns="91440" anchor="ctr">
            <a:normAutofit/>
          </a:bodyPr>
          <a:lstStyle/>
          <a:p>
            <a:pPr indent="0">
              <a:lnSpc>
                <a:spcPct val="100000"/>
              </a:lnSpc>
              <a:buNone/>
              <a:tabLst>
                <a:tab pos="0" algn="l"/>
              </a:tabLst>
            </a:pPr>
            <a:r>
              <a:rPr lang="en-US" sz="4000" b="1" u="none" strike="noStrike">
                <a:solidFill>
                  <a:schemeClr val="dk1"/>
                </a:solidFill>
                <a:effectLst/>
                <a:uFillTx/>
                <a:latin typeface="Sora"/>
                <a:ea typeface="Sora"/>
              </a:rPr>
              <a:t>Idea Generation</a:t>
            </a:r>
            <a:endParaRPr lang="fr-FR" sz="4000" b="0" u="none" strike="noStrike">
              <a:solidFill>
                <a:schemeClr val="dk1"/>
              </a:solidFill>
              <a:effectLst/>
              <a:uFillTx/>
              <a:latin typeface="Arial"/>
            </a:endParaRPr>
          </a:p>
        </p:txBody>
      </p:sp>
      <p:sp>
        <p:nvSpPr>
          <p:cNvPr id="82" name="PlaceHolder 2"/>
          <p:cNvSpPr>
            <a:spLocks noGrp="1"/>
          </p:cNvSpPr>
          <p:nvPr>
            <p:ph type="title"/>
          </p:nvPr>
        </p:nvSpPr>
        <p:spPr>
          <a:xfrm>
            <a:off x="228600" y="345093"/>
            <a:ext cx="1018800" cy="861774"/>
          </a:xfrm>
          <a:prstGeom prst="rect">
            <a:avLst/>
          </a:prstGeom>
          <a:noFill/>
          <a:ln w="0">
            <a:noFill/>
          </a:ln>
        </p:spPr>
        <p:txBody>
          <a:bodyPr lIns="91440" tIns="91440" rIns="91440" bIns="91440" anchor="ctr">
            <a:spAutoFit/>
          </a:bodyPr>
          <a:lstStyle/>
          <a:p>
            <a:pPr indent="0" algn="ctr">
              <a:lnSpc>
                <a:spcPct val="100000"/>
              </a:lnSpc>
              <a:buNone/>
              <a:tabLst>
                <a:tab pos="0" algn="l"/>
              </a:tabLst>
            </a:pPr>
            <a:r>
              <a:rPr lang="en-US" sz="4400" b="0" u="none" strike="noStrike" dirty="0" smtClean="0">
                <a:solidFill>
                  <a:schemeClr val="dk1"/>
                </a:solidFill>
                <a:effectLst/>
                <a:uFillTx/>
                <a:latin typeface="Public Sans"/>
                <a:ea typeface="Sora"/>
              </a:rPr>
              <a:t>1</a:t>
            </a:r>
            <a:endParaRPr lang="fr-FR" sz="4400" b="0" u="none" strike="noStrike" dirty="0">
              <a:solidFill>
                <a:schemeClr val="dk1"/>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ectangle 82"/>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600" b="1" u="none" strike="noStrike" dirty="0">
                <a:solidFill>
                  <a:schemeClr val="dk1"/>
                </a:solidFill>
                <a:effectLst/>
                <a:uFillTx/>
                <a:latin typeface="Sora"/>
              </a:rPr>
              <a:t>Market Opportunity Analysis</a:t>
            </a:r>
            <a:endParaRPr lang="en-US" sz="2600" b="0" u="none" strike="noStrike" dirty="0">
              <a:solidFill>
                <a:srgbClr val="000000"/>
              </a:solidFill>
              <a:effectLst/>
              <a:uFillTx/>
              <a:latin typeface="OpenSymbol"/>
            </a:endParaRPr>
          </a:p>
        </p:txBody>
      </p:sp>
      <p:sp>
        <p:nvSpPr>
          <p:cNvPr id="84" name="Rectangle 83"/>
          <p:cNvSpPr/>
          <p:nvPr/>
        </p:nvSpPr>
        <p:spPr>
          <a:xfrm>
            <a:off x="476280" y="1198538"/>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r>
              <a:rPr lang="en-US" dirty="0" smtClean="0"/>
              <a:t>The global startup ecosystem is rapidly expanding, with millions of new entrepreneurs emerging each year. However, a significant percentage of startups fail due to lack of proper idea validation and market understanding. This creates a strong demand for intelligent tools that can guide users in evaluating their ideas effectively. The rise of artificial intelligence and digital platforms has made it possible to automate business analysis and provide instant insights. Our solution targets students, early-stage entrepreneurs, and innovators who need quick and reliable validation. With increasing adoption of AI-driven tools, this system has high scalability and potential for global reach, making it a valuable product in the innovation and startup support market.</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p:cNvSpPr/>
          <p:nvPr/>
        </p:nvSpPr>
        <p:spPr>
          <a:xfrm>
            <a:off x="5048280" y="344662"/>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600" b="1" u="none" strike="noStrike" dirty="0">
                <a:solidFill>
                  <a:schemeClr val="dk1"/>
                </a:solidFill>
                <a:effectLst/>
                <a:uFillTx/>
                <a:latin typeface="Sora"/>
              </a:rPr>
              <a:t>Problem–Solution Fit</a:t>
            </a:r>
            <a:endParaRPr lang="en-US" sz="2600" b="0" u="none" strike="noStrike" dirty="0">
              <a:solidFill>
                <a:srgbClr val="000000"/>
              </a:solidFill>
              <a:effectLst/>
              <a:uFillTx/>
              <a:latin typeface="OpenSymbol"/>
            </a:endParaRPr>
          </a:p>
        </p:txBody>
      </p:sp>
      <p:sp>
        <p:nvSpPr>
          <p:cNvPr id="86" name="Rectangle 85"/>
          <p:cNvSpPr/>
          <p:nvPr/>
        </p:nvSpPr>
        <p:spPr>
          <a:xfrm>
            <a:off x="5048280" y="1046137"/>
            <a:ext cx="3619080" cy="3989989"/>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r>
              <a:rPr lang="en-US" b="1" dirty="0" smtClean="0"/>
              <a:t>Problem:</a:t>
            </a:r>
            <a:endParaRPr lang="en-US" dirty="0" smtClean="0"/>
          </a:p>
          <a:p>
            <a:r>
              <a:rPr lang="en-US" sz="1400" dirty="0" smtClean="0"/>
              <a:t>High startup failure rate due to poor idea validation </a:t>
            </a:r>
          </a:p>
          <a:p>
            <a:r>
              <a:rPr lang="en-US" sz="1400" dirty="0" smtClean="0"/>
              <a:t>Lack of accessible tools for structured business analysis </a:t>
            </a:r>
          </a:p>
          <a:p>
            <a:r>
              <a:rPr lang="en-US" sz="1400" dirty="0" smtClean="0"/>
              <a:t>Time-consuming and complex market research </a:t>
            </a:r>
          </a:p>
          <a:p>
            <a:r>
              <a:rPr lang="en-US" sz="1400" dirty="0" smtClean="0"/>
              <a:t>Beginners lack guidance in evaluating feasibility </a:t>
            </a:r>
          </a:p>
          <a:p>
            <a:endParaRPr lang="en-US" sz="1200" dirty="0" smtClean="0"/>
          </a:p>
          <a:p>
            <a:r>
              <a:rPr lang="en-US" sz="1700" b="1" dirty="0" smtClean="0"/>
              <a:t>Solution:</a:t>
            </a:r>
            <a:endParaRPr lang="en-US" sz="1700" dirty="0" smtClean="0"/>
          </a:p>
          <a:p>
            <a:r>
              <a:rPr lang="en-US" sz="1300" dirty="0" smtClean="0"/>
              <a:t>AI-powered platform for instant idea validation </a:t>
            </a:r>
          </a:p>
          <a:p>
            <a:r>
              <a:rPr lang="en-US" sz="1300" dirty="0" smtClean="0"/>
              <a:t>Automated SWOT analysis and feasibility scoring </a:t>
            </a:r>
          </a:p>
          <a:p>
            <a:r>
              <a:rPr lang="en-US" sz="1300" dirty="0" smtClean="0"/>
              <a:t>Smart recommendations to improve ideas </a:t>
            </a:r>
          </a:p>
          <a:p>
            <a:r>
              <a:rPr lang="en-US" sz="1300" dirty="0" smtClean="0"/>
              <a:t>Simple, user-friendly dashboard for quick insights</a:t>
            </a:r>
            <a:endParaRPr lang="en-US" sz="1300" dirty="0"/>
          </a:p>
        </p:txBody>
      </p:sp>
      <p:pic>
        <p:nvPicPr>
          <p:cNvPr id="87" name="image69d513bd2eb4a" descr="image69d513bd2eb4f"/>
          <p:cNvPicPr/>
          <p:nvPr/>
        </p:nvPicPr>
        <p:blipFill>
          <a:blip r:embed="rId2"/>
          <a:stretch/>
        </p:blipFill>
        <p:spPr>
          <a:xfrm>
            <a:off x="0" y="0"/>
            <a:ext cx="4571640" cy="514332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228600" y="228600"/>
            <a:ext cx="8476920" cy="1314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1" u="none" strike="noStrike" dirty="0">
                <a:solidFill>
                  <a:schemeClr val="dk1"/>
                </a:solidFill>
                <a:effectLst/>
                <a:uFillTx/>
                <a:latin typeface="Sora"/>
                <a:ea typeface="Sora"/>
              </a:rPr>
              <a:t>AI Differentiation</a:t>
            </a:r>
            <a:endParaRPr lang="fr-FR" sz="3000" b="0" u="none" strike="noStrike" dirty="0">
              <a:solidFill>
                <a:schemeClr val="dk1"/>
              </a:solidFill>
              <a:effectLst/>
              <a:uFillTx/>
              <a:latin typeface="Arial"/>
            </a:endParaRPr>
          </a:p>
        </p:txBody>
      </p:sp>
      <p:sp>
        <p:nvSpPr>
          <p:cNvPr id="89" name="PlaceHolder 2"/>
          <p:cNvSpPr>
            <a:spLocks noGrp="1"/>
          </p:cNvSpPr>
          <p:nvPr>
            <p:ph type="subTitle"/>
          </p:nvPr>
        </p:nvSpPr>
        <p:spPr>
          <a:xfrm>
            <a:off x="228600" y="1004455"/>
            <a:ext cx="8797636" cy="3243185"/>
          </a:xfrm>
          <a:prstGeom prst="rect">
            <a:avLst/>
          </a:prstGeom>
          <a:noFill/>
          <a:ln w="0">
            <a:noFill/>
          </a:ln>
        </p:spPr>
        <p:txBody>
          <a:bodyPr lIns="91440" tIns="91440" rIns="91440" bIns="91440" anchor="t">
            <a:normAutofit/>
          </a:bodyPr>
          <a:lstStyle/>
          <a:p>
            <a:r>
              <a:rPr lang="en-US" sz="2000" dirty="0" smtClean="0"/>
              <a:t>Our system stands out by using intelligent logic to dynamically analyze startup ideas rather than providing static outputs. It adapts its responses based on the topic entered by the user, generating customized SWOT analysis, feasibility scores, and suggestions. Unlike traditional tools that rely on manual research or generic templates, this platform delivers instant and context-aware insights. The system simulates decision-making by identifying key patterns in user input and responding accordingly. It is designed to be scalable, allowing integration with advanced AI technologies such as Natural Language Processing and GPT models in the future. This approach enables faster, smarter, and more accessible idea validation, making it a valuable tool for modern entrepreneurs and innovators.</a:t>
            </a:r>
            <a:endParaRPr lang="en-US" sz="20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89"/>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02</a:t>
            </a:r>
            <a:endParaRPr lang="en-US" sz="5000" b="0" u="none" strike="noStrike">
              <a:solidFill>
                <a:srgbClr val="000000"/>
              </a:solidFill>
              <a:effectLst/>
              <a:uFillTx/>
              <a:latin typeface="OpenSymbol"/>
            </a:endParaRPr>
          </a:p>
        </p:txBody>
      </p:sp>
      <p:sp>
        <p:nvSpPr>
          <p:cNvPr id="91" name="Rectangle 90"/>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dk1"/>
                </a:solidFill>
                <a:effectLst/>
                <a:uFillTx/>
                <a:latin typeface="Sora"/>
              </a:rPr>
              <a:t>Validation &amp; Execution</a:t>
            </a:r>
            <a:endParaRPr lang="en-US" sz="4000" b="0" u="none" strike="noStrike">
              <a:solidFill>
                <a:srgbClr val="000000"/>
              </a:solidFill>
              <a:effectLst/>
              <a:uFillTx/>
              <a:latin typeface="OpenSymbol"/>
            </a:endParaRPr>
          </a:p>
        </p:txBody>
      </p:sp>
      <p:pic>
        <p:nvPicPr>
          <p:cNvPr id="92" name="image69d513bd3985e" descr="image69d513bd39862"/>
          <p:cNvPicPr/>
          <p:nvPr/>
        </p:nvPicPr>
        <p:blipFill>
          <a:blip r:embed="rId2"/>
          <a:stretch/>
        </p:blipFill>
        <p:spPr>
          <a:xfrm>
            <a:off x="0" y="0"/>
            <a:ext cx="4571640" cy="514332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ectangle 92"/>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600" b="1" u="none" strike="noStrike" dirty="0">
                <a:solidFill>
                  <a:schemeClr val="dk1"/>
                </a:solidFill>
                <a:effectLst/>
                <a:uFillTx/>
                <a:latin typeface="Sora"/>
              </a:rPr>
              <a:t>Validation Framework</a:t>
            </a:r>
            <a:endParaRPr lang="en-US" sz="2600" b="0" u="none" strike="noStrike" dirty="0">
              <a:solidFill>
                <a:srgbClr val="000000"/>
              </a:solidFill>
              <a:effectLst/>
              <a:uFillTx/>
              <a:latin typeface="OpenSymbol"/>
            </a:endParaRPr>
          </a:p>
        </p:txBody>
      </p:sp>
      <p:sp>
        <p:nvSpPr>
          <p:cNvPr id="94" name="Rectangle 93"/>
          <p:cNvSpPr/>
          <p:nvPr/>
        </p:nvSpPr>
        <p:spPr>
          <a:xfrm>
            <a:off x="476280" y="1080655"/>
            <a:ext cx="8191080" cy="3983181"/>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150000"/>
              </a:lnSpc>
              <a:tabLst>
                <a:tab pos="0" algn="l"/>
              </a:tabLst>
            </a:pPr>
            <a:r>
              <a:rPr lang="en-US" sz="1600" dirty="0" smtClean="0"/>
              <a:t>The validation framework is designed to systematically evaluate startup ideas through multiple stages of analysis. It begins with capturing user input and identifying key keywords to understand the domain. The system then performs idea enhancement by refining and structuring the concept. Next, a SWOT analysis is generated to assess strengths, weaknesses, opportunities, and threats. A feasibility score is calculated based on factors such as innovation, demand, and practicality. Finally, the system provides actionable suggestions to improve the idea. This structured approach ensures consistent and reliable evaluation. In future versions, the framework can be enhanced using AI models and real-time data to deliver more accurate and data-driven insights for better decision-making.</a:t>
            </a:r>
            <a:endParaRPr lang="en-US" sz="1600" b="0" u="none" strike="noStrike" dirty="0">
              <a:solidFill>
                <a:srgbClr val="000000"/>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ectangle 94"/>
          <p:cNvSpPr/>
          <p:nvPr/>
        </p:nvSpPr>
        <p:spPr>
          <a:xfrm>
            <a:off x="427789" y="157625"/>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600" b="1" u="none" strike="noStrike" dirty="0">
                <a:solidFill>
                  <a:schemeClr val="dk1"/>
                </a:solidFill>
                <a:effectLst/>
                <a:uFillTx/>
                <a:latin typeface="Sora"/>
              </a:rPr>
              <a:t>Go-to-Market Strategy</a:t>
            </a:r>
            <a:endParaRPr lang="en-US" sz="2600" b="0" u="none" strike="noStrike" dirty="0">
              <a:solidFill>
                <a:srgbClr val="000000"/>
              </a:solidFill>
              <a:effectLst/>
              <a:uFillTx/>
              <a:latin typeface="OpenSymbol"/>
            </a:endParaRPr>
          </a:p>
        </p:txBody>
      </p:sp>
      <p:sp>
        <p:nvSpPr>
          <p:cNvPr id="96" name="Rectangle 95"/>
          <p:cNvSpPr/>
          <p:nvPr/>
        </p:nvSpPr>
        <p:spPr>
          <a:xfrm>
            <a:off x="427789" y="1220662"/>
            <a:ext cx="3619080" cy="3656138"/>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20000"/>
          </a:bodyPr>
          <a:lstStyle/>
          <a:p>
            <a:pPr>
              <a:lnSpc>
                <a:spcPct val="150000"/>
              </a:lnSpc>
              <a:tabLst>
                <a:tab pos="0" algn="l"/>
              </a:tabLst>
            </a:pPr>
            <a:r>
              <a:rPr lang="en-US" sz="1200" dirty="0" smtClean="0"/>
              <a:t>The go-to-market strategy focuses on targeting students, aspiring entrepreneurs, and early-stage startup founders through digital platforms. Initially, the product will be launched as a web-based application to ensure easy accessibility. Marketing efforts will include social media campaigns, collaborations with colleges, hackathons, and startup communities to create awareness. A freemium model will be adopted, offering basic features for free while advanced analysis tools are available through paid subscriptions. Partnerships with incubators and innovation hubs will further expand reach and credibility. Continuous user feedback will be used to improve features and user experience. Over time, the platform can scale globally, leveraging cloud deployment and mobile applications to reach a wider audience.</a:t>
            </a:r>
            <a:endParaRPr lang="en-US" sz="1200" b="0" u="none" strike="noStrike" dirty="0">
              <a:solidFill>
                <a:srgbClr val="000000"/>
              </a:solidFill>
              <a:effectLst/>
              <a:uFillTx/>
              <a:latin typeface="OpenSymbol"/>
            </a:endParaRPr>
          </a:p>
        </p:txBody>
      </p:sp>
      <p:pic>
        <p:nvPicPr>
          <p:cNvPr id="97" name="image69d513bd4489c" descr="image69d513bd448a0"/>
          <p:cNvPicPr/>
          <p:nvPr/>
        </p:nvPicPr>
        <p:blipFill>
          <a:blip r:embed="rId2"/>
          <a:stretch/>
        </p:blipFill>
        <p:spPr>
          <a:xfrm>
            <a:off x="4572000" y="0"/>
            <a:ext cx="4571640" cy="514332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214745" y="623454"/>
            <a:ext cx="8476920" cy="1314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1" u="none" strike="noStrike" dirty="0">
                <a:solidFill>
                  <a:schemeClr val="dk1"/>
                </a:solidFill>
                <a:effectLst/>
                <a:uFillTx/>
                <a:latin typeface="Sora"/>
                <a:ea typeface="Sora"/>
              </a:rPr>
              <a:t>Technical &amp; Operational Roadmap</a:t>
            </a:r>
            <a:endParaRPr lang="fr-FR" sz="3000" b="0" u="none" strike="noStrike" dirty="0">
              <a:solidFill>
                <a:schemeClr val="dk1"/>
              </a:solidFill>
              <a:effectLst/>
              <a:uFillTx/>
              <a:latin typeface="Arial"/>
            </a:endParaRPr>
          </a:p>
        </p:txBody>
      </p:sp>
      <p:graphicFrame>
        <p:nvGraphicFramePr>
          <p:cNvPr id="4" name="Diagram 3"/>
          <p:cNvGraphicFramePr/>
          <p:nvPr>
            <p:extLst>
              <p:ext uri="{D42A27DB-BD31-4B8C-83A1-F6EECF244321}">
                <p14:modId xmlns:p14="http://schemas.microsoft.com/office/powerpoint/2010/main" val="3997856861"/>
              </p:ext>
            </p:extLst>
          </p:nvPr>
        </p:nvGraphicFramePr>
        <p:xfrm>
          <a:off x="1" y="539750"/>
          <a:ext cx="9144000" cy="4718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228599" y="138546"/>
            <a:ext cx="8476920" cy="1314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1" u="none" strike="noStrike" dirty="0">
                <a:solidFill>
                  <a:schemeClr val="dk1"/>
                </a:solidFill>
                <a:effectLst/>
                <a:uFillTx/>
                <a:latin typeface="Sora"/>
                <a:ea typeface="Sora"/>
              </a:rPr>
              <a:t>Conclusions</a:t>
            </a:r>
            <a:endParaRPr lang="fr-FR" sz="3000" b="0" u="none" strike="noStrike" dirty="0">
              <a:solidFill>
                <a:schemeClr val="dk1"/>
              </a:solidFill>
              <a:effectLst/>
              <a:uFillTx/>
              <a:latin typeface="Arial"/>
            </a:endParaRPr>
          </a:p>
        </p:txBody>
      </p:sp>
      <p:sp>
        <p:nvSpPr>
          <p:cNvPr id="101" name="PlaceHolder 2"/>
          <p:cNvSpPr>
            <a:spLocks noGrp="1"/>
          </p:cNvSpPr>
          <p:nvPr>
            <p:ph type="subTitle"/>
          </p:nvPr>
        </p:nvSpPr>
        <p:spPr>
          <a:xfrm>
            <a:off x="228599" y="692727"/>
            <a:ext cx="8714509" cy="4052455"/>
          </a:xfrm>
          <a:prstGeom prst="rect">
            <a:avLst/>
          </a:prstGeom>
          <a:noFill/>
          <a:ln w="0">
            <a:noFill/>
          </a:ln>
        </p:spPr>
        <p:txBody>
          <a:bodyPr lIns="91440" tIns="91440" rIns="91440" bIns="91440" anchor="t">
            <a:noAutofit/>
          </a:bodyPr>
          <a:lstStyle/>
          <a:p>
            <a:pPr>
              <a:lnSpc>
                <a:spcPct val="150000"/>
              </a:lnSpc>
              <a:tabLst>
                <a:tab pos="0" algn="l"/>
              </a:tabLst>
            </a:pPr>
            <a:r>
              <a:rPr lang="en-US" sz="1600" dirty="0" smtClean="0"/>
              <a:t>The AI-powered Startup Idea Generator and Validation System provides an effective solution for evaluating and improving business ideas. By combining intelligent analysis with a user-friendly interface, the system enables users to quickly understand the feasibility, strengths, and potential risks of their ideas. It reduces the need for time-consuming manual research and offers structured insights through SWOT analysis, scoring, and recommendations. This approach supports better decision-making and encourages innovation among students and entrepreneurs. With future integration of advanced AI technologies and real-time data, the platform has the potential to evolve into a comprehensive innovation support tool, helping users transform ideas into successful and sustainable ventures in a competitive market.</a:t>
            </a:r>
            <a:endParaRPr lang="en-US" sz="1600" b="0" u="none" strike="noStrike" dirty="0">
              <a:solidFill>
                <a:srgbClr val="000000"/>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theme/theme1.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TotalTime>
  <Words>950</Words>
  <Application>Microsoft Office PowerPoint</Application>
  <PresentationFormat>On-screen Show (16:9)</PresentationFormat>
  <Paragraphs>46</Paragraphs>
  <Slides>11</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Arial</vt:lpstr>
      <vt:lpstr>Calibri</vt:lpstr>
      <vt:lpstr>OpenSymbol</vt:lpstr>
      <vt:lpstr>Public Sans</vt:lpstr>
      <vt:lpstr>Sora</vt:lpstr>
      <vt:lpstr>Symbol</vt:lpstr>
      <vt:lpstr>Wingdings</vt:lpstr>
      <vt:lpstr>Tech Startup by Slidesgo</vt:lpstr>
      <vt:lpstr>Slidesgo Final Pages</vt:lpstr>
      <vt:lpstr>AI Startup</vt:lpstr>
      <vt:lpstr>Introduction</vt:lpstr>
      <vt:lpstr>Idea Generation</vt:lpstr>
      <vt:lpstr>PowerPoint Presentation</vt:lpstr>
      <vt:lpstr>PowerPoint Presentation</vt:lpstr>
      <vt:lpstr>AI Differentiation</vt:lpstr>
      <vt:lpstr>PowerPoint Presentation</vt:lpstr>
      <vt:lpstr>PowerPoint Presentation</vt:lpstr>
      <vt:lpstr>PowerPoint Presentation</vt:lpstr>
      <vt:lpstr>Technical &amp; Operational Roadmap</vt:lpstr>
      <vt:lpstr>Conclusions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Startup</dc:title>
  <dc:creator>Jaswitha Gonuguntla</dc:creator>
  <cp:lastModifiedBy>DELL</cp:lastModifiedBy>
  <cp:revision>5</cp:revision>
  <dcterms:modified xsi:type="dcterms:W3CDTF">2026-04-07T15:33:25Z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2026-04-07T14:24:59Z</dcterms:created>
  <dc:creator>Unknown Creator</dc:creator>
  <dc:description/>
  <dc:language>en-US</dc:language>
  <cp:lastModifiedBy>Unknown Creator</cp:lastModifiedBy>
  <dcterms:modified xsi:type="dcterms:W3CDTF">2026-04-07T14:24:59Z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